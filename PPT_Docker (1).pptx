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91" r:id="rId10"/>
    <p:sldId id="270" r:id="rId11"/>
    <p:sldId id="272" r:id="rId12"/>
    <p:sldId id="273" r:id="rId13"/>
    <p:sldId id="274" r:id="rId14"/>
    <p:sldId id="286" r:id="rId15"/>
    <p:sldId id="287" r:id="rId16"/>
    <p:sldId id="275" r:id="rId17"/>
    <p:sldId id="276" r:id="rId18"/>
    <p:sldId id="277" r:id="rId19"/>
    <p:sldId id="278" r:id="rId20"/>
    <p:sldId id="288" r:id="rId21"/>
    <p:sldId id="289" r:id="rId22"/>
    <p:sldId id="29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9CEE22-814F-A262-51A0-898F0A111C2D}" v="356" dt="2026-01-25T10:10:57.916"/>
    <p1510:client id="{C0282D4E-A416-CC80-DAEB-4F927E80F8E3}" v="127" dt="2026-01-25T16:58:30.930"/>
    <p1510:client id="{DAEE2F65-D040-028B-F801-8E98A8FDD28B}" v="384" dt="2026-01-25T16:42:52.760"/>
    <p1510:client id="{DD370F90-0B08-36E7-12EA-C1DCDAD1C4BF}" v="123" dt="2026-01-26T20:36:32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Blanco Betes" userId="16ef1b1f59eb08cc" providerId="Windows Live" clId="Web-{5107D382-5227-37F0-6CDB-9E3398BED578}"/>
    <pc:docChg chg="addSld delSld modSld">
      <pc:chgData name="Rodrigo Blanco Betes" userId="16ef1b1f59eb08cc" providerId="Windows Live" clId="Web-{5107D382-5227-37F0-6CDB-9E3398BED578}" dt="2026-01-15T11:22:37.603" v="839" actId="20577"/>
      <pc:docMkLst>
        <pc:docMk/>
      </pc:docMkLst>
    </pc:docChg>
  </pc:docChgLst>
  <pc:docChgLst>
    <pc:chgData name="Rodrigo Blanco Betes" userId="16ef1b1f59eb08cc" providerId="Windows Live" clId="Web-{B99CEE22-814F-A262-51A0-898F0A111C2D}"/>
    <pc:docChg chg="addSld modSld">
      <pc:chgData name="Rodrigo Blanco Betes" userId="16ef1b1f59eb08cc" providerId="Windows Live" clId="Web-{B99CEE22-814F-A262-51A0-898F0A111C2D}" dt="2026-01-25T10:10:57.916" v="348"/>
      <pc:docMkLst>
        <pc:docMk/>
      </pc:docMkLst>
      <pc:sldChg chg="addSp delSp modSp">
        <pc:chgData name="Rodrigo Blanco Betes" userId="16ef1b1f59eb08cc" providerId="Windows Live" clId="Web-{B99CEE22-814F-A262-51A0-898F0A111C2D}" dt="2026-01-25T10:00:22.543" v="51" actId="20577"/>
        <pc:sldMkLst>
          <pc:docMk/>
          <pc:sldMk cId="536144649" sldId="265"/>
        </pc:sldMkLst>
        <pc:spChg chg="mod">
          <ac:chgData name="Rodrigo Blanco Betes" userId="16ef1b1f59eb08cc" providerId="Windows Live" clId="Web-{B99CEE22-814F-A262-51A0-898F0A111C2D}" dt="2026-01-25T10:00:22.543" v="51" actId="20577"/>
          <ac:spMkLst>
            <pc:docMk/>
            <pc:sldMk cId="536144649" sldId="265"/>
            <ac:spMk id="2" creationId="{6FB2977A-D0F6-C701-D3D0-0662C5130F3C}"/>
          </ac:spMkLst>
        </pc:spChg>
        <pc:spChg chg="del">
          <ac:chgData name="Rodrigo Blanco Betes" userId="16ef1b1f59eb08cc" providerId="Windows Live" clId="Web-{B99CEE22-814F-A262-51A0-898F0A111C2D}" dt="2026-01-25T09:59:44.557" v="5"/>
          <ac:spMkLst>
            <pc:docMk/>
            <pc:sldMk cId="536144649" sldId="265"/>
            <ac:spMk id="3" creationId="{E4EC54B8-6135-4AA7-0A52-34418037015D}"/>
          </ac:spMkLst>
        </pc:spChg>
        <pc:picChg chg="add mod">
          <ac:chgData name="Rodrigo Blanco Betes" userId="16ef1b1f59eb08cc" providerId="Windows Live" clId="Web-{B99CEE22-814F-A262-51A0-898F0A111C2D}" dt="2026-01-25T09:59:48.276" v="7" actId="1076"/>
          <ac:picMkLst>
            <pc:docMk/>
            <pc:sldMk cId="536144649" sldId="265"/>
            <ac:picMk id="5" creationId="{587C8314-6764-DF09-B4A8-162D47A9BD47}"/>
          </ac:picMkLst>
        </pc:picChg>
      </pc:sldChg>
      <pc:sldChg chg="addSp delSp modSp">
        <pc:chgData name="Rodrigo Blanco Betes" userId="16ef1b1f59eb08cc" providerId="Windows Live" clId="Web-{B99CEE22-814F-A262-51A0-898F0A111C2D}" dt="2026-01-25T10:04:44.254" v="71" actId="1076"/>
        <pc:sldMkLst>
          <pc:docMk/>
          <pc:sldMk cId="2016055468" sldId="268"/>
        </pc:sldMkLst>
        <pc:spChg chg="mod">
          <ac:chgData name="Rodrigo Blanco Betes" userId="16ef1b1f59eb08cc" providerId="Windows Live" clId="Web-{B99CEE22-814F-A262-51A0-898F0A111C2D}" dt="2026-01-25T10:02:16.063" v="65" actId="1076"/>
          <ac:spMkLst>
            <pc:docMk/>
            <pc:sldMk cId="2016055468" sldId="268"/>
            <ac:spMk id="2" creationId="{B9BCA135-A654-CBE8-657D-FF9E2541DF85}"/>
          </ac:spMkLst>
        </pc:spChg>
        <pc:spChg chg="add del">
          <ac:chgData name="Rodrigo Blanco Betes" userId="16ef1b1f59eb08cc" providerId="Windows Live" clId="Web-{B99CEE22-814F-A262-51A0-898F0A111C2D}" dt="2026-01-25T10:00:27.840" v="52"/>
          <ac:spMkLst>
            <pc:docMk/>
            <pc:sldMk cId="2016055468" sldId="268"/>
            <ac:spMk id="3" creationId="{1A374E9C-8425-D61D-D616-0B98DAFE2221}"/>
          </ac:spMkLst>
        </pc:spChg>
        <pc:spChg chg="mod">
          <ac:chgData name="Rodrigo Blanco Betes" userId="16ef1b1f59eb08cc" providerId="Windows Live" clId="Web-{B99CEE22-814F-A262-51A0-898F0A111C2D}" dt="2026-01-25T10:02:11.297" v="63" actId="1076"/>
          <ac:spMkLst>
            <pc:docMk/>
            <pc:sldMk cId="2016055468" sldId="268"/>
            <ac:spMk id="4" creationId="{55EBF038-48C2-7840-CEC6-D0AA1C708AB2}"/>
          </ac:spMkLst>
        </pc:spChg>
        <pc:spChg chg="add del mod">
          <ac:chgData name="Rodrigo Blanco Betes" userId="16ef1b1f59eb08cc" providerId="Windows Live" clId="Web-{B99CEE22-814F-A262-51A0-898F0A111C2D}" dt="2026-01-25T09:58:26.990" v="2"/>
          <ac:spMkLst>
            <pc:docMk/>
            <pc:sldMk cId="2016055468" sldId="268"/>
            <ac:spMk id="5" creationId="{88BA6C7C-7B3A-9BC8-205C-CDC34E5396A0}"/>
          </ac:spMkLst>
        </pc:spChg>
        <pc:picChg chg="add del mod ord">
          <ac:chgData name="Rodrigo Blanco Betes" userId="16ef1b1f59eb08cc" providerId="Windows Live" clId="Web-{B99CEE22-814F-A262-51A0-898F0A111C2D}" dt="2026-01-25T09:59:00.602" v="4"/>
          <ac:picMkLst>
            <pc:docMk/>
            <pc:sldMk cId="2016055468" sldId="268"/>
            <ac:picMk id="6" creationId="{E4AC7C3B-5F47-751A-29BA-8DCE405333FD}"/>
          </ac:picMkLst>
        </pc:picChg>
        <pc:picChg chg="add mod">
          <ac:chgData name="Rodrigo Blanco Betes" userId="16ef1b1f59eb08cc" providerId="Windows Live" clId="Web-{B99CEE22-814F-A262-51A0-898F0A111C2D}" dt="2026-01-25T10:04:37.942" v="68" actId="1076"/>
          <ac:picMkLst>
            <pc:docMk/>
            <pc:sldMk cId="2016055468" sldId="268"/>
            <ac:picMk id="7" creationId="{63C2F97F-319E-28D6-BA1E-68E82131202E}"/>
          </ac:picMkLst>
        </pc:picChg>
        <pc:picChg chg="add mod">
          <ac:chgData name="Rodrigo Blanco Betes" userId="16ef1b1f59eb08cc" providerId="Windows Live" clId="Web-{B99CEE22-814F-A262-51A0-898F0A111C2D}" dt="2026-01-25T10:04:44.254" v="71" actId="1076"/>
          <ac:picMkLst>
            <pc:docMk/>
            <pc:sldMk cId="2016055468" sldId="268"/>
            <ac:picMk id="8" creationId="{4878E479-8B6F-D77F-F346-20EE69CBBA6D}"/>
          </ac:picMkLst>
        </pc:picChg>
      </pc:sldChg>
      <pc:sldChg chg="addSp delSp modSp">
        <pc:chgData name="Rodrigo Blanco Betes" userId="16ef1b1f59eb08cc" providerId="Windows Live" clId="Web-{B99CEE22-814F-A262-51A0-898F0A111C2D}" dt="2026-01-25T10:06:08.334" v="80" actId="1076"/>
        <pc:sldMkLst>
          <pc:docMk/>
          <pc:sldMk cId="3731719290" sldId="269"/>
        </pc:sldMkLst>
        <pc:spChg chg="mod">
          <ac:chgData name="Rodrigo Blanco Betes" userId="16ef1b1f59eb08cc" providerId="Windows Live" clId="Web-{B99CEE22-814F-A262-51A0-898F0A111C2D}" dt="2026-01-25T10:06:04.240" v="79" actId="20577"/>
          <ac:spMkLst>
            <pc:docMk/>
            <pc:sldMk cId="3731719290" sldId="269"/>
            <ac:spMk id="2" creationId="{B3B03B84-4D50-85E4-B3AE-0E116384D3B5}"/>
          </ac:spMkLst>
        </pc:spChg>
        <pc:spChg chg="del mod">
          <ac:chgData name="Rodrigo Blanco Betes" userId="16ef1b1f59eb08cc" providerId="Windows Live" clId="Web-{B99CEE22-814F-A262-51A0-898F0A111C2D}" dt="2026-01-25T10:05:39.068" v="73"/>
          <ac:spMkLst>
            <pc:docMk/>
            <pc:sldMk cId="3731719290" sldId="269"/>
            <ac:spMk id="3" creationId="{B45F3335-A2CB-B9C4-420C-82FCB346A610}"/>
          </ac:spMkLst>
        </pc:spChg>
        <pc:picChg chg="add mod">
          <ac:chgData name="Rodrigo Blanco Betes" userId="16ef1b1f59eb08cc" providerId="Windows Live" clId="Web-{B99CEE22-814F-A262-51A0-898F0A111C2D}" dt="2026-01-25T10:06:08.334" v="80" actId="1076"/>
          <ac:picMkLst>
            <pc:docMk/>
            <pc:sldMk cId="3731719290" sldId="269"/>
            <ac:picMk id="5" creationId="{E46B0391-6B8F-E27F-C6C8-7651640E6B39}"/>
          </ac:picMkLst>
        </pc:picChg>
      </pc:sldChg>
      <pc:sldChg chg="modSp">
        <pc:chgData name="Rodrigo Blanco Betes" userId="16ef1b1f59eb08cc" providerId="Windows Live" clId="Web-{B99CEE22-814F-A262-51A0-898F0A111C2D}" dt="2026-01-25T10:08:08.586" v="128" actId="20577"/>
        <pc:sldMkLst>
          <pc:docMk/>
          <pc:sldMk cId="2566006222" sldId="273"/>
        </pc:sldMkLst>
        <pc:spChg chg="mod">
          <ac:chgData name="Rodrigo Blanco Betes" userId="16ef1b1f59eb08cc" providerId="Windows Live" clId="Web-{B99CEE22-814F-A262-51A0-898F0A111C2D}" dt="2026-01-25T10:08:08.586" v="128" actId="20577"/>
          <ac:spMkLst>
            <pc:docMk/>
            <pc:sldMk cId="2566006222" sldId="273"/>
            <ac:spMk id="2" creationId="{62BE0FE2-CF60-42E9-683C-A235607988EA}"/>
          </ac:spMkLst>
        </pc:spChg>
      </pc:sldChg>
      <pc:sldChg chg="modSp new">
        <pc:chgData name="Rodrigo Blanco Betes" userId="16ef1b1f59eb08cc" providerId="Windows Live" clId="Web-{B99CEE22-814F-A262-51A0-898F0A111C2D}" dt="2026-01-25T10:10:47.166" v="347" actId="20577"/>
        <pc:sldMkLst>
          <pc:docMk/>
          <pc:sldMk cId="3357920706" sldId="274"/>
        </pc:sldMkLst>
        <pc:spChg chg="mod">
          <ac:chgData name="Rodrigo Blanco Betes" userId="16ef1b1f59eb08cc" providerId="Windows Live" clId="Web-{B99CEE22-814F-A262-51A0-898F0A111C2D}" dt="2026-01-25T10:08:27.039" v="153" actId="20577"/>
          <ac:spMkLst>
            <pc:docMk/>
            <pc:sldMk cId="3357920706" sldId="274"/>
            <ac:spMk id="2" creationId="{830606E0-1A63-2EBE-3095-07BE12AEB68D}"/>
          </ac:spMkLst>
        </pc:spChg>
        <pc:spChg chg="mod">
          <ac:chgData name="Rodrigo Blanco Betes" userId="16ef1b1f59eb08cc" providerId="Windows Live" clId="Web-{B99CEE22-814F-A262-51A0-898F0A111C2D}" dt="2026-01-25T10:10:47.166" v="347" actId="20577"/>
          <ac:spMkLst>
            <pc:docMk/>
            <pc:sldMk cId="3357920706" sldId="274"/>
            <ac:spMk id="3" creationId="{6B3A169F-869B-6057-157C-902679716965}"/>
          </ac:spMkLst>
        </pc:spChg>
      </pc:sldChg>
      <pc:sldChg chg="new">
        <pc:chgData name="Rodrigo Blanco Betes" userId="16ef1b1f59eb08cc" providerId="Windows Live" clId="Web-{B99CEE22-814F-A262-51A0-898F0A111C2D}" dt="2026-01-25T10:10:57.916" v="348"/>
        <pc:sldMkLst>
          <pc:docMk/>
          <pc:sldMk cId="88796476" sldId="275"/>
        </pc:sldMkLst>
      </pc:sldChg>
    </pc:docChg>
  </pc:docChgLst>
  <pc:docChgLst>
    <pc:chgData name="Rodrigo Blanco Betes" userId="16ef1b1f59eb08cc" providerId="Windows Live" clId="Web-{DD370F90-0B08-36E7-12EA-C1DCDAD1C4BF}"/>
    <pc:docChg chg="modSld">
      <pc:chgData name="Rodrigo Blanco Betes" userId="16ef1b1f59eb08cc" providerId="Windows Live" clId="Web-{DD370F90-0B08-36E7-12EA-C1DCDAD1C4BF}" dt="2026-01-26T20:36:32.093" v="122" actId="20577"/>
      <pc:docMkLst>
        <pc:docMk/>
      </pc:docMkLst>
      <pc:sldChg chg="modSp">
        <pc:chgData name="Rodrigo Blanco Betes" userId="16ef1b1f59eb08cc" providerId="Windows Live" clId="Web-{DD370F90-0B08-36E7-12EA-C1DCDAD1C4BF}" dt="2026-01-26T20:36:32.093" v="122" actId="20577"/>
        <pc:sldMkLst>
          <pc:docMk/>
          <pc:sldMk cId="2566006222" sldId="273"/>
        </pc:sldMkLst>
        <pc:spChg chg="mod">
          <ac:chgData name="Rodrigo Blanco Betes" userId="16ef1b1f59eb08cc" providerId="Windows Live" clId="Web-{DD370F90-0B08-36E7-12EA-C1DCDAD1C4BF}" dt="2026-01-26T20:36:32.093" v="122" actId="20577"/>
          <ac:spMkLst>
            <pc:docMk/>
            <pc:sldMk cId="2566006222" sldId="273"/>
            <ac:spMk id="3" creationId="{5E85FC83-F18F-200B-5627-0CF314C0DAEE}"/>
          </ac:spMkLst>
        </pc:spChg>
      </pc:sldChg>
    </pc:docChg>
  </pc:docChgLst>
  <pc:docChgLst>
    <pc:chgData name="Rodrigo Blanco Betes" userId="16ef1b1f59eb08cc" providerId="Windows Live" clId="Web-{1BC3619D-AA6B-6C10-6FA5-6A54EBA7187D}"/>
    <pc:docChg chg="addSld modSld">
      <pc:chgData name="Rodrigo Blanco Betes" userId="16ef1b1f59eb08cc" providerId="Windows Live" clId="Web-{1BC3619D-AA6B-6C10-6FA5-6A54EBA7187D}" dt="2026-01-15T10:41:12.181" v="22" actId="20577"/>
      <pc:docMkLst>
        <pc:docMk/>
      </pc:docMkLst>
    </pc:docChg>
  </pc:docChgLst>
  <pc:docChgLst>
    <pc:chgData name="Rodrigo Blanco Betes" userId="16ef1b1f59eb08cc" providerId="Windows Live" clId="Web-{9705C2FB-9437-113C-1A70-8481E4652672}"/>
    <pc:docChg chg="modSld sldOrd">
      <pc:chgData name="Rodrigo Blanco Betes" userId="16ef1b1f59eb08cc" providerId="Windows Live" clId="Web-{9705C2FB-9437-113C-1A70-8481E4652672}" dt="2026-01-19T15:34:22.999" v="7" actId="20577"/>
      <pc:docMkLst>
        <pc:docMk/>
      </pc:docMkLst>
    </pc:docChg>
  </pc:docChgLst>
  <pc:docChgLst>
    <pc:chgData name="Rodrigo Blanco Betes" userId="16ef1b1f59eb08cc" providerId="Windows Live" clId="Web-{EE731672-D1D7-A453-4D99-A4ACE3329C27}"/>
    <pc:docChg chg="modSld">
      <pc:chgData name="Rodrigo Blanco Betes" userId="16ef1b1f59eb08cc" providerId="Windows Live" clId="Web-{EE731672-D1D7-A453-4D99-A4ACE3329C27}" dt="2026-01-20T09:31:31.190" v="1" actId="20577"/>
      <pc:docMkLst>
        <pc:docMk/>
      </pc:docMkLst>
    </pc:docChg>
  </pc:docChgLst>
  <pc:docChgLst>
    <pc:chgData name="Rodrigo Blanco Betes" userId="16ef1b1f59eb08cc" providerId="Windows Live" clId="Web-{CB57E227-C979-0636-260C-55167E6DB968}"/>
    <pc:docChg chg="addSld modSld">
      <pc:chgData name="Rodrigo Blanco Betes" userId="16ef1b1f59eb08cc" providerId="Windows Live" clId="Web-{CB57E227-C979-0636-260C-55167E6DB968}" dt="2026-01-19T15:52:16.093" v="82" actId="20577"/>
      <pc:docMkLst>
        <pc:docMk/>
      </pc:docMkLst>
    </pc:docChg>
  </pc:docChgLst>
  <pc:docChgLst>
    <pc:chgData name="Rodrigo Blanco Betes" userId="16ef1b1f59eb08cc" providerId="Windows Live" clId="Web-{3706D452-8051-0808-CC3D-74BF2DA6AD3C}"/>
    <pc:docChg chg="modSld">
      <pc:chgData name="Rodrigo Blanco Betes" userId="16ef1b1f59eb08cc" providerId="Windows Live" clId="Web-{3706D452-8051-0808-CC3D-74BF2DA6AD3C}" dt="2026-01-19T15:54:02.985" v="31" actId="20577"/>
      <pc:docMkLst>
        <pc:docMk/>
      </pc:docMkLst>
    </pc:docChg>
  </pc:docChgLst>
  <pc:docChgLst>
    <pc:chgData name="Rodrigo Blanco Betes" userId="16ef1b1f59eb08cc" providerId="LiveId" clId="{B3422520-289E-3479-B016-DD73D290CCEF}"/>
    <pc:docChg chg="undo custSel addSld modSld">
      <pc:chgData name="Rodrigo Blanco Betes" userId="16ef1b1f59eb08cc" providerId="LiveId" clId="{B3422520-289E-3479-B016-DD73D290CCEF}" dt="2026-01-25T14:07:30.933" v="1682" actId="20577"/>
      <pc:docMkLst>
        <pc:docMk/>
      </pc:docMkLst>
      <pc:sldChg chg="modSp mod">
        <pc:chgData name="Rodrigo Blanco Betes" userId="16ef1b1f59eb08cc" providerId="LiveId" clId="{B3422520-289E-3479-B016-DD73D290CCEF}" dt="2026-01-25T11:00:48.125" v="62" actId="20577"/>
        <pc:sldMkLst>
          <pc:docMk/>
          <pc:sldMk cId="3357920706" sldId="274"/>
        </pc:sldMkLst>
        <pc:spChg chg="mod">
          <ac:chgData name="Rodrigo Blanco Betes" userId="16ef1b1f59eb08cc" providerId="LiveId" clId="{B3422520-289E-3479-B016-DD73D290CCEF}" dt="2026-01-25T11:00:48.125" v="62" actId="20577"/>
          <ac:spMkLst>
            <pc:docMk/>
            <pc:sldMk cId="3357920706" sldId="274"/>
            <ac:spMk id="3" creationId="{6B3A169F-869B-6057-157C-902679716965}"/>
          </ac:spMkLst>
        </pc:spChg>
      </pc:sldChg>
      <pc:sldChg chg="modSp mod">
        <pc:chgData name="Rodrigo Blanco Betes" userId="16ef1b1f59eb08cc" providerId="LiveId" clId="{B3422520-289E-3479-B016-DD73D290CCEF}" dt="2026-01-25T12:10:03.072" v="345" actId="20577"/>
        <pc:sldMkLst>
          <pc:docMk/>
          <pc:sldMk cId="88796476" sldId="275"/>
        </pc:sldMkLst>
        <pc:spChg chg="mod">
          <ac:chgData name="Rodrigo Blanco Betes" userId="16ef1b1f59eb08cc" providerId="LiveId" clId="{B3422520-289E-3479-B016-DD73D290CCEF}" dt="2026-01-25T12:08:25.482" v="135" actId="20577"/>
          <ac:spMkLst>
            <pc:docMk/>
            <pc:sldMk cId="88796476" sldId="275"/>
            <ac:spMk id="2" creationId="{66A607F8-8319-6000-CF00-4AE17A19EFBA}"/>
          </ac:spMkLst>
        </pc:spChg>
        <pc:spChg chg="mod">
          <ac:chgData name="Rodrigo Blanco Betes" userId="16ef1b1f59eb08cc" providerId="LiveId" clId="{B3422520-289E-3479-B016-DD73D290CCEF}" dt="2026-01-25T12:10:03.072" v="345" actId="20577"/>
          <ac:spMkLst>
            <pc:docMk/>
            <pc:sldMk cId="88796476" sldId="275"/>
            <ac:spMk id="3" creationId="{5481BCD7-923D-73CB-1F2C-95D907C8589B}"/>
          </ac:spMkLst>
        </pc:spChg>
      </pc:sldChg>
      <pc:sldChg chg="modSp new mod">
        <pc:chgData name="Rodrigo Blanco Betes" userId="16ef1b1f59eb08cc" providerId="LiveId" clId="{B3422520-289E-3479-B016-DD73D290CCEF}" dt="2026-01-25T12:11:26.853" v="541" actId="20577"/>
        <pc:sldMkLst>
          <pc:docMk/>
          <pc:sldMk cId="1248282398" sldId="276"/>
        </pc:sldMkLst>
        <pc:spChg chg="mod">
          <ac:chgData name="Rodrigo Blanco Betes" userId="16ef1b1f59eb08cc" providerId="LiveId" clId="{B3422520-289E-3479-B016-DD73D290CCEF}" dt="2026-01-25T12:10:25.332" v="387" actId="20577"/>
          <ac:spMkLst>
            <pc:docMk/>
            <pc:sldMk cId="1248282398" sldId="276"/>
            <ac:spMk id="2" creationId="{FA996B4F-BBF4-38AA-8340-2FF8FCFDD051}"/>
          </ac:spMkLst>
        </pc:spChg>
        <pc:spChg chg="mod">
          <ac:chgData name="Rodrigo Blanco Betes" userId="16ef1b1f59eb08cc" providerId="LiveId" clId="{B3422520-289E-3479-B016-DD73D290CCEF}" dt="2026-01-25T12:11:26.853" v="541" actId="20577"/>
          <ac:spMkLst>
            <pc:docMk/>
            <pc:sldMk cId="1248282398" sldId="276"/>
            <ac:spMk id="3" creationId="{6942510E-E371-51B3-38E4-E17C4D71B5C1}"/>
          </ac:spMkLst>
        </pc:spChg>
      </pc:sldChg>
      <pc:sldChg chg="addSp delSp modSp new mod">
        <pc:chgData name="Rodrigo Blanco Betes" userId="16ef1b1f59eb08cc" providerId="LiveId" clId="{B3422520-289E-3479-B016-DD73D290CCEF}" dt="2026-01-25T12:20:22.266" v="790" actId="14100"/>
        <pc:sldMkLst>
          <pc:docMk/>
          <pc:sldMk cId="282665033" sldId="277"/>
        </pc:sldMkLst>
        <pc:spChg chg="mod">
          <ac:chgData name="Rodrigo Blanco Betes" userId="16ef1b1f59eb08cc" providerId="LiveId" clId="{B3422520-289E-3479-B016-DD73D290CCEF}" dt="2026-01-25T12:11:44.693" v="572" actId="20577"/>
          <ac:spMkLst>
            <pc:docMk/>
            <pc:sldMk cId="282665033" sldId="277"/>
            <ac:spMk id="2" creationId="{BDE33B2B-1BBD-012C-9E0F-B4298AE1649F}"/>
          </ac:spMkLst>
        </pc:spChg>
        <pc:spChg chg="del">
          <ac:chgData name="Rodrigo Blanco Betes" userId="16ef1b1f59eb08cc" providerId="LiveId" clId="{B3422520-289E-3479-B016-DD73D290CCEF}" dt="2026-01-25T12:19:52.875" v="782" actId="478"/>
          <ac:spMkLst>
            <pc:docMk/>
            <pc:sldMk cId="282665033" sldId="277"/>
            <ac:spMk id="3" creationId="{A59B890B-1404-97C3-1D7B-8BD14EB38BD3}"/>
          </ac:spMkLst>
        </pc:spChg>
        <pc:picChg chg="add mod">
          <ac:chgData name="Rodrigo Blanco Betes" userId="16ef1b1f59eb08cc" providerId="LiveId" clId="{B3422520-289E-3479-B016-DD73D290CCEF}" dt="2026-01-25T12:19:56.682" v="784" actId="1076"/>
          <ac:picMkLst>
            <pc:docMk/>
            <pc:sldMk cId="282665033" sldId="277"/>
            <ac:picMk id="7" creationId="{1A74E334-D884-FCA0-D2A3-FEA0057370A5}"/>
          </ac:picMkLst>
        </pc:picChg>
        <pc:picChg chg="add mod">
          <ac:chgData name="Rodrigo Blanco Betes" userId="16ef1b1f59eb08cc" providerId="LiveId" clId="{B3422520-289E-3479-B016-DD73D290CCEF}" dt="2026-01-25T12:20:22.266" v="790" actId="14100"/>
          <ac:picMkLst>
            <pc:docMk/>
            <pc:sldMk cId="282665033" sldId="277"/>
            <ac:picMk id="10" creationId="{B9E5F41B-9DBE-E1ED-67EE-B5F75242082C}"/>
          </ac:picMkLst>
        </pc:picChg>
      </pc:sldChg>
      <pc:sldChg chg="modSp new mod">
        <pc:chgData name="Rodrigo Blanco Betes" userId="16ef1b1f59eb08cc" providerId="LiveId" clId="{B3422520-289E-3479-B016-DD73D290CCEF}" dt="2026-01-25T12:12:06.255" v="648" actId="20577"/>
        <pc:sldMkLst>
          <pc:docMk/>
          <pc:sldMk cId="326033444" sldId="278"/>
        </pc:sldMkLst>
        <pc:spChg chg="mod">
          <ac:chgData name="Rodrigo Blanco Betes" userId="16ef1b1f59eb08cc" providerId="LiveId" clId="{B3422520-289E-3479-B016-DD73D290CCEF}" dt="2026-01-25T12:12:06.255" v="648" actId="20577"/>
          <ac:spMkLst>
            <pc:docMk/>
            <pc:sldMk cId="326033444" sldId="278"/>
            <ac:spMk id="2" creationId="{CC114987-4D97-A4C5-05B7-D6DA818EB4C2}"/>
          </ac:spMkLst>
        </pc:spChg>
      </pc:sldChg>
      <pc:sldChg chg="modSp new mod">
        <pc:chgData name="Rodrigo Blanco Betes" userId="16ef1b1f59eb08cc" providerId="LiveId" clId="{B3422520-289E-3479-B016-DD73D290CCEF}" dt="2026-01-25T12:12:27.388" v="691" actId="20577"/>
        <pc:sldMkLst>
          <pc:docMk/>
          <pc:sldMk cId="3250686810" sldId="279"/>
        </pc:sldMkLst>
        <pc:spChg chg="mod">
          <ac:chgData name="Rodrigo Blanco Betes" userId="16ef1b1f59eb08cc" providerId="LiveId" clId="{B3422520-289E-3479-B016-DD73D290CCEF}" dt="2026-01-25T12:12:27.388" v="691" actId="20577"/>
          <ac:spMkLst>
            <pc:docMk/>
            <pc:sldMk cId="3250686810" sldId="279"/>
            <ac:spMk id="2" creationId="{22123C3E-DF28-9B3B-B9F2-CF235D0C9E7A}"/>
          </ac:spMkLst>
        </pc:spChg>
      </pc:sldChg>
      <pc:sldChg chg="modSp new mod">
        <pc:chgData name="Rodrigo Blanco Betes" userId="16ef1b1f59eb08cc" providerId="LiveId" clId="{B3422520-289E-3479-B016-DD73D290CCEF}" dt="2026-01-25T12:14:50.207" v="736" actId="20577"/>
        <pc:sldMkLst>
          <pc:docMk/>
          <pc:sldMk cId="261071416" sldId="280"/>
        </pc:sldMkLst>
        <pc:spChg chg="mod">
          <ac:chgData name="Rodrigo Blanco Betes" userId="16ef1b1f59eb08cc" providerId="LiveId" clId="{B3422520-289E-3479-B016-DD73D290CCEF}" dt="2026-01-25T12:14:50.207" v="736" actId="20577"/>
          <ac:spMkLst>
            <pc:docMk/>
            <pc:sldMk cId="261071416" sldId="280"/>
            <ac:spMk id="2" creationId="{F124B88C-743E-909F-27F7-137A0FF1AA46}"/>
          </ac:spMkLst>
        </pc:spChg>
      </pc:sldChg>
      <pc:sldChg chg="modSp new mod">
        <pc:chgData name="Rodrigo Blanco Betes" userId="16ef1b1f59eb08cc" providerId="LiveId" clId="{B3422520-289E-3479-B016-DD73D290CCEF}" dt="2026-01-25T12:15:12.953" v="781" actId="20577"/>
        <pc:sldMkLst>
          <pc:docMk/>
          <pc:sldMk cId="1712494614" sldId="281"/>
        </pc:sldMkLst>
        <pc:spChg chg="mod">
          <ac:chgData name="Rodrigo Blanco Betes" userId="16ef1b1f59eb08cc" providerId="LiveId" clId="{B3422520-289E-3479-B016-DD73D290CCEF}" dt="2026-01-25T12:15:12.953" v="781" actId="20577"/>
          <ac:spMkLst>
            <pc:docMk/>
            <pc:sldMk cId="1712494614" sldId="281"/>
            <ac:spMk id="2" creationId="{34462417-D66A-0C1A-3DB0-3B191C954932}"/>
          </ac:spMkLst>
        </pc:spChg>
      </pc:sldChg>
      <pc:sldChg chg="modSp new mod">
        <pc:chgData name="Rodrigo Blanco Betes" userId="16ef1b1f59eb08cc" providerId="LiveId" clId="{B3422520-289E-3479-B016-DD73D290CCEF}" dt="2026-01-25T13:29:07.271" v="1316" actId="20577"/>
        <pc:sldMkLst>
          <pc:docMk/>
          <pc:sldMk cId="2234225117" sldId="282"/>
        </pc:sldMkLst>
        <pc:spChg chg="mod">
          <ac:chgData name="Rodrigo Blanco Betes" userId="16ef1b1f59eb08cc" providerId="LiveId" clId="{B3422520-289E-3479-B016-DD73D290CCEF}" dt="2026-01-25T13:14:16.394" v="1060" actId="20577"/>
          <ac:spMkLst>
            <pc:docMk/>
            <pc:sldMk cId="2234225117" sldId="282"/>
            <ac:spMk id="2" creationId="{A729F7D7-B186-79F4-6088-43082F8654BB}"/>
          </ac:spMkLst>
        </pc:spChg>
        <pc:spChg chg="mod">
          <ac:chgData name="Rodrigo Blanco Betes" userId="16ef1b1f59eb08cc" providerId="LiveId" clId="{B3422520-289E-3479-B016-DD73D290CCEF}" dt="2026-01-25T13:29:07.271" v="1316" actId="20577"/>
          <ac:spMkLst>
            <pc:docMk/>
            <pc:sldMk cId="2234225117" sldId="282"/>
            <ac:spMk id="3" creationId="{5DA8054D-9C34-3C4C-1567-688B2920560B}"/>
          </ac:spMkLst>
        </pc:spChg>
      </pc:sldChg>
      <pc:sldChg chg="modSp new mod">
        <pc:chgData name="Rodrigo Blanco Betes" userId="16ef1b1f59eb08cc" providerId="LiveId" clId="{B3422520-289E-3479-B016-DD73D290CCEF}" dt="2026-01-25T13:44:59.984" v="1593" actId="20577"/>
        <pc:sldMkLst>
          <pc:docMk/>
          <pc:sldMk cId="883732558" sldId="283"/>
        </pc:sldMkLst>
        <pc:spChg chg="mod">
          <ac:chgData name="Rodrigo Blanco Betes" userId="16ef1b1f59eb08cc" providerId="LiveId" clId="{B3422520-289E-3479-B016-DD73D290CCEF}" dt="2026-01-25T13:29:18.156" v="1335" actId="20577"/>
          <ac:spMkLst>
            <pc:docMk/>
            <pc:sldMk cId="883732558" sldId="283"/>
            <ac:spMk id="2" creationId="{0B271865-43DE-F216-7652-4E43DE0ADA35}"/>
          </ac:spMkLst>
        </pc:spChg>
        <pc:spChg chg="mod">
          <ac:chgData name="Rodrigo Blanco Betes" userId="16ef1b1f59eb08cc" providerId="LiveId" clId="{B3422520-289E-3479-B016-DD73D290CCEF}" dt="2026-01-25T13:44:59.984" v="1593" actId="20577"/>
          <ac:spMkLst>
            <pc:docMk/>
            <pc:sldMk cId="883732558" sldId="283"/>
            <ac:spMk id="3" creationId="{A6C30B6F-3F83-1143-76D5-F18F621550BE}"/>
          </ac:spMkLst>
        </pc:spChg>
      </pc:sldChg>
      <pc:sldChg chg="modSp new mod">
        <pc:chgData name="Rodrigo Blanco Betes" userId="16ef1b1f59eb08cc" providerId="LiveId" clId="{B3422520-289E-3479-B016-DD73D290CCEF}" dt="2026-01-25T13:47:01.099" v="1646" actId="20577"/>
        <pc:sldMkLst>
          <pc:docMk/>
          <pc:sldMk cId="705600355" sldId="284"/>
        </pc:sldMkLst>
        <pc:spChg chg="mod">
          <ac:chgData name="Rodrigo Blanco Betes" userId="16ef1b1f59eb08cc" providerId="LiveId" clId="{B3422520-289E-3479-B016-DD73D290CCEF}" dt="2026-01-25T13:40:24.702" v="1537" actId="20577"/>
          <ac:spMkLst>
            <pc:docMk/>
            <pc:sldMk cId="705600355" sldId="284"/>
            <ac:spMk id="2" creationId="{51EDF9F4-52BD-FA80-818E-386DF6A75BD4}"/>
          </ac:spMkLst>
        </pc:spChg>
        <pc:spChg chg="mod">
          <ac:chgData name="Rodrigo Blanco Betes" userId="16ef1b1f59eb08cc" providerId="LiveId" clId="{B3422520-289E-3479-B016-DD73D290CCEF}" dt="2026-01-25T13:47:01.099" v="1646" actId="20577"/>
          <ac:spMkLst>
            <pc:docMk/>
            <pc:sldMk cId="705600355" sldId="284"/>
            <ac:spMk id="3" creationId="{97BD8228-F56A-6BAA-0796-8C6C571E7962}"/>
          </ac:spMkLst>
        </pc:spChg>
      </pc:sldChg>
      <pc:sldChg chg="modSp new mod">
        <pc:chgData name="Rodrigo Blanco Betes" userId="16ef1b1f59eb08cc" providerId="LiveId" clId="{B3422520-289E-3479-B016-DD73D290CCEF}" dt="2026-01-25T14:07:30.933" v="1682" actId="20577"/>
        <pc:sldMkLst>
          <pc:docMk/>
          <pc:sldMk cId="700245291" sldId="285"/>
        </pc:sldMkLst>
        <pc:spChg chg="mod">
          <ac:chgData name="Rodrigo Blanco Betes" userId="16ef1b1f59eb08cc" providerId="LiveId" clId="{B3422520-289E-3479-B016-DD73D290CCEF}" dt="2026-01-25T14:07:30.933" v="1682" actId="20577"/>
          <ac:spMkLst>
            <pc:docMk/>
            <pc:sldMk cId="700245291" sldId="285"/>
            <ac:spMk id="2" creationId="{CAF56FCE-FC05-24D4-35D3-6BF736F17C1D}"/>
          </ac:spMkLst>
        </pc:spChg>
      </pc:sldChg>
    </pc:docChg>
  </pc:docChgLst>
  <pc:docChgLst>
    <pc:chgData name="Rodrigo Blanco Betes" userId="16ef1b1f59eb08cc" providerId="Windows Live" clId="Web-{DAEE2F65-D040-028B-F801-8E98A8FDD28B}"/>
    <pc:docChg chg="addSld delSld modSld sldOrd">
      <pc:chgData name="Rodrigo Blanco Betes" userId="16ef1b1f59eb08cc" providerId="Windows Live" clId="Web-{DAEE2F65-D040-028B-F801-8E98A8FDD28B}" dt="2026-01-25T16:42:52.760" v="388" actId="20577"/>
      <pc:docMkLst>
        <pc:docMk/>
      </pc:docMkLst>
      <pc:sldChg chg="modSp">
        <pc:chgData name="Rodrigo Blanco Betes" userId="16ef1b1f59eb08cc" providerId="Windows Live" clId="Web-{DAEE2F65-D040-028B-F801-8E98A8FDD28B}" dt="2026-01-25T16:00:02.450" v="301" actId="1076"/>
        <pc:sldMkLst>
          <pc:docMk/>
          <pc:sldMk cId="3460764680" sldId="256"/>
        </pc:sldMkLst>
        <pc:spChg chg="mod">
          <ac:chgData name="Rodrigo Blanco Betes" userId="16ef1b1f59eb08cc" providerId="Windows Live" clId="Web-{DAEE2F65-D040-028B-F801-8E98A8FDD28B}" dt="2026-01-25T16:00:02.450" v="301" actId="1076"/>
          <ac:spMkLst>
            <pc:docMk/>
            <pc:sldMk cId="3460764680" sldId="256"/>
            <ac:spMk id="2" creationId="{CFB79234-859D-9407-A4A2-6CAE3BAFBAEE}"/>
          </ac:spMkLst>
        </pc:spChg>
      </pc:sldChg>
      <pc:sldChg chg="del">
        <pc:chgData name="Rodrigo Blanco Betes" userId="16ef1b1f59eb08cc" providerId="Windows Live" clId="Web-{DAEE2F65-D040-028B-F801-8E98A8FDD28B}" dt="2026-01-25T16:04:37.348" v="302"/>
        <pc:sldMkLst>
          <pc:docMk/>
          <pc:sldMk cId="1756241112" sldId="262"/>
        </pc:sldMkLst>
      </pc:sldChg>
      <pc:sldChg chg="modSp">
        <pc:chgData name="Rodrigo Blanco Betes" userId="16ef1b1f59eb08cc" providerId="Windows Live" clId="Web-{DAEE2F65-D040-028B-F801-8E98A8FDD28B}" dt="2026-01-25T16:10:20.994" v="384" actId="20577"/>
        <pc:sldMkLst>
          <pc:docMk/>
          <pc:sldMk cId="1387933976" sldId="264"/>
        </pc:sldMkLst>
        <pc:spChg chg="mod">
          <ac:chgData name="Rodrigo Blanco Betes" userId="16ef1b1f59eb08cc" providerId="Windows Live" clId="Web-{DAEE2F65-D040-028B-F801-8E98A8FDD28B}" dt="2026-01-25T16:07:56.931" v="318" actId="20577"/>
          <ac:spMkLst>
            <pc:docMk/>
            <pc:sldMk cId="1387933976" sldId="264"/>
            <ac:spMk id="2" creationId="{8D97F08C-99AA-2B9F-9169-C9A4A85001B0}"/>
          </ac:spMkLst>
        </pc:spChg>
        <pc:spChg chg="mod">
          <ac:chgData name="Rodrigo Blanco Betes" userId="16ef1b1f59eb08cc" providerId="Windows Live" clId="Web-{DAEE2F65-D040-028B-F801-8E98A8FDD28B}" dt="2026-01-25T16:10:20.994" v="384" actId="20577"/>
          <ac:spMkLst>
            <pc:docMk/>
            <pc:sldMk cId="1387933976" sldId="264"/>
            <ac:spMk id="3" creationId="{2D139D48-2E4F-31B1-2B65-DD0C79A7898C}"/>
          </ac:spMkLst>
        </pc:spChg>
      </pc:sldChg>
      <pc:sldChg chg="modSp">
        <pc:chgData name="Rodrigo Blanco Betes" userId="16ef1b1f59eb08cc" providerId="Windows Live" clId="Web-{DAEE2F65-D040-028B-F801-8E98A8FDD28B}" dt="2026-01-25T16:42:52.760" v="388" actId="20577"/>
        <pc:sldMkLst>
          <pc:docMk/>
          <pc:sldMk cId="1170092128" sldId="267"/>
        </pc:sldMkLst>
        <pc:spChg chg="mod">
          <ac:chgData name="Rodrigo Blanco Betes" userId="16ef1b1f59eb08cc" providerId="Windows Live" clId="Web-{DAEE2F65-D040-028B-F801-8E98A8FDD28B}" dt="2026-01-25T16:42:52.760" v="388" actId="20577"/>
          <ac:spMkLst>
            <pc:docMk/>
            <pc:sldMk cId="1170092128" sldId="267"/>
            <ac:spMk id="3" creationId="{40F906C9-FD40-6ECB-59FA-B88266F7F2C2}"/>
          </ac:spMkLst>
        </pc:spChg>
      </pc:sldChg>
      <pc:sldChg chg="del">
        <pc:chgData name="Rodrigo Blanco Betes" userId="16ef1b1f59eb08cc" providerId="Windows Live" clId="Web-{DAEE2F65-D040-028B-F801-8E98A8FDD28B}" dt="2026-01-25T16:42:26.604" v="385"/>
        <pc:sldMkLst>
          <pc:docMk/>
          <pc:sldMk cId="2209718686" sldId="271"/>
        </pc:sldMkLst>
      </pc:sldChg>
      <pc:sldChg chg="modSp">
        <pc:chgData name="Rodrigo Blanco Betes" userId="16ef1b1f59eb08cc" providerId="Windows Live" clId="Web-{DAEE2F65-D040-028B-F801-8E98A8FDD28B}" dt="2026-01-25T15:56:54.067" v="223" actId="20577"/>
        <pc:sldMkLst>
          <pc:docMk/>
          <pc:sldMk cId="326033444" sldId="278"/>
        </pc:sldMkLst>
        <pc:spChg chg="mod">
          <ac:chgData name="Rodrigo Blanco Betes" userId="16ef1b1f59eb08cc" providerId="Windows Live" clId="Web-{DAEE2F65-D040-028B-F801-8E98A8FDD28B}" dt="2026-01-25T15:56:54.067" v="223" actId="20577"/>
          <ac:spMkLst>
            <pc:docMk/>
            <pc:sldMk cId="326033444" sldId="278"/>
            <ac:spMk id="2" creationId="{CC114987-4D97-A4C5-05B7-D6DA818EB4C2}"/>
          </ac:spMkLst>
        </pc:spChg>
        <pc:spChg chg="mod">
          <ac:chgData name="Rodrigo Blanco Betes" userId="16ef1b1f59eb08cc" providerId="Windows Live" clId="Web-{DAEE2F65-D040-028B-F801-8E98A8FDD28B}" dt="2026-01-25T15:56:31.988" v="193" actId="20577"/>
          <ac:spMkLst>
            <pc:docMk/>
            <pc:sldMk cId="326033444" sldId="278"/>
            <ac:spMk id="3" creationId="{D5C2A824-9932-3467-6D15-B2EF5335233B}"/>
          </ac:spMkLst>
        </pc:spChg>
      </pc:sldChg>
      <pc:sldChg chg="del">
        <pc:chgData name="Rodrigo Blanco Betes" userId="16ef1b1f59eb08cc" providerId="Windows Live" clId="Web-{DAEE2F65-D040-028B-F801-8E98A8FDD28B}" dt="2026-01-25T16:04:46.566" v="309"/>
        <pc:sldMkLst>
          <pc:docMk/>
          <pc:sldMk cId="3250686810" sldId="279"/>
        </pc:sldMkLst>
      </pc:sldChg>
      <pc:sldChg chg="del">
        <pc:chgData name="Rodrigo Blanco Betes" userId="16ef1b1f59eb08cc" providerId="Windows Live" clId="Web-{DAEE2F65-D040-028B-F801-8E98A8FDD28B}" dt="2026-01-25T16:04:46.566" v="308"/>
        <pc:sldMkLst>
          <pc:docMk/>
          <pc:sldMk cId="261071416" sldId="280"/>
        </pc:sldMkLst>
      </pc:sldChg>
      <pc:sldChg chg="del">
        <pc:chgData name="Rodrigo Blanco Betes" userId="16ef1b1f59eb08cc" providerId="Windows Live" clId="Web-{DAEE2F65-D040-028B-F801-8E98A8FDD28B}" dt="2026-01-25T16:04:46.566" v="307"/>
        <pc:sldMkLst>
          <pc:docMk/>
          <pc:sldMk cId="1712494614" sldId="281"/>
        </pc:sldMkLst>
      </pc:sldChg>
      <pc:sldChg chg="del">
        <pc:chgData name="Rodrigo Blanco Betes" userId="16ef1b1f59eb08cc" providerId="Windows Live" clId="Web-{DAEE2F65-D040-028B-F801-8E98A8FDD28B}" dt="2026-01-25T16:04:46.566" v="306"/>
        <pc:sldMkLst>
          <pc:docMk/>
          <pc:sldMk cId="2234225117" sldId="282"/>
        </pc:sldMkLst>
      </pc:sldChg>
      <pc:sldChg chg="del">
        <pc:chgData name="Rodrigo Blanco Betes" userId="16ef1b1f59eb08cc" providerId="Windows Live" clId="Web-{DAEE2F65-D040-028B-F801-8E98A8FDD28B}" dt="2026-01-25T16:04:46.566" v="305"/>
        <pc:sldMkLst>
          <pc:docMk/>
          <pc:sldMk cId="883732558" sldId="283"/>
        </pc:sldMkLst>
      </pc:sldChg>
      <pc:sldChg chg="del">
        <pc:chgData name="Rodrigo Blanco Betes" userId="16ef1b1f59eb08cc" providerId="Windows Live" clId="Web-{DAEE2F65-D040-028B-F801-8E98A8FDD28B}" dt="2026-01-25T16:04:46.566" v="304"/>
        <pc:sldMkLst>
          <pc:docMk/>
          <pc:sldMk cId="705600355" sldId="284"/>
        </pc:sldMkLst>
      </pc:sldChg>
      <pc:sldChg chg="del">
        <pc:chgData name="Rodrigo Blanco Betes" userId="16ef1b1f59eb08cc" providerId="Windows Live" clId="Web-{DAEE2F65-D040-028B-F801-8E98A8FDD28B}" dt="2026-01-25T16:04:46.566" v="303"/>
        <pc:sldMkLst>
          <pc:docMk/>
          <pc:sldMk cId="700245291" sldId="285"/>
        </pc:sldMkLst>
      </pc:sldChg>
      <pc:sldChg chg="modSp new ord">
        <pc:chgData name="Rodrigo Blanco Betes" userId="16ef1b1f59eb08cc" providerId="Windows Live" clId="Web-{DAEE2F65-D040-028B-F801-8E98A8FDD28B}" dt="2026-01-25T15:54:54.826" v="181"/>
        <pc:sldMkLst>
          <pc:docMk/>
          <pc:sldMk cId="4176846888" sldId="286"/>
        </pc:sldMkLst>
        <pc:spChg chg="mod">
          <ac:chgData name="Rodrigo Blanco Betes" userId="16ef1b1f59eb08cc" providerId="Windows Live" clId="Web-{DAEE2F65-D040-028B-F801-8E98A8FDD28B}" dt="2026-01-25T15:50:50.379" v="60" actId="1076"/>
          <ac:spMkLst>
            <pc:docMk/>
            <pc:sldMk cId="4176846888" sldId="286"/>
            <ac:spMk id="2" creationId="{E0F39A37-4971-57F7-894E-6A48C959B936}"/>
          </ac:spMkLst>
        </pc:spChg>
        <pc:spChg chg="mod">
          <ac:chgData name="Rodrigo Blanco Betes" userId="16ef1b1f59eb08cc" providerId="Windows Live" clId="Web-{DAEE2F65-D040-028B-F801-8E98A8FDD28B}" dt="2026-01-25T15:52:23.453" v="111" actId="20577"/>
          <ac:spMkLst>
            <pc:docMk/>
            <pc:sldMk cId="4176846888" sldId="286"/>
            <ac:spMk id="3" creationId="{1CFAA419-0EBB-EBEC-8B69-70E1D89BE670}"/>
          </ac:spMkLst>
        </pc:spChg>
      </pc:sldChg>
      <pc:sldChg chg="modSp new ord">
        <pc:chgData name="Rodrigo Blanco Betes" userId="16ef1b1f59eb08cc" providerId="Windows Live" clId="Web-{DAEE2F65-D040-028B-F801-8E98A8FDD28B}" dt="2026-01-25T15:54:54.826" v="180"/>
        <pc:sldMkLst>
          <pc:docMk/>
          <pc:sldMk cId="3624516821" sldId="287"/>
        </pc:sldMkLst>
        <pc:spChg chg="mod">
          <ac:chgData name="Rodrigo Blanco Betes" userId="16ef1b1f59eb08cc" providerId="Windows Live" clId="Web-{DAEE2F65-D040-028B-F801-8E98A8FDD28B}" dt="2026-01-25T15:51:14.414" v="83" actId="20577"/>
          <ac:spMkLst>
            <pc:docMk/>
            <pc:sldMk cId="3624516821" sldId="287"/>
            <ac:spMk id="2" creationId="{14A9ACE7-1812-DD4D-4A51-5530A6B6A910}"/>
          </ac:spMkLst>
        </pc:spChg>
        <pc:spChg chg="mod">
          <ac:chgData name="Rodrigo Blanco Betes" userId="16ef1b1f59eb08cc" providerId="Windows Live" clId="Web-{DAEE2F65-D040-028B-F801-8E98A8FDD28B}" dt="2026-01-25T15:54:36.106" v="179" actId="20577"/>
          <ac:spMkLst>
            <pc:docMk/>
            <pc:sldMk cId="3624516821" sldId="287"/>
            <ac:spMk id="3" creationId="{12BC1CD0-CF8C-972E-B243-23310B02F0E0}"/>
          </ac:spMkLst>
        </pc:spChg>
      </pc:sldChg>
      <pc:sldChg chg="modSp new">
        <pc:chgData name="Rodrigo Blanco Betes" userId="16ef1b1f59eb08cc" providerId="Windows Live" clId="Web-{DAEE2F65-D040-028B-F801-8E98A8FDD28B}" dt="2026-01-25T15:57:19.725" v="230" actId="20577"/>
        <pc:sldMkLst>
          <pc:docMk/>
          <pc:sldMk cId="2842427851" sldId="288"/>
        </pc:sldMkLst>
        <pc:spChg chg="mod">
          <ac:chgData name="Rodrigo Blanco Betes" userId="16ef1b1f59eb08cc" providerId="Windows Live" clId="Web-{DAEE2F65-D040-028B-F801-8E98A8FDD28B}" dt="2026-01-25T15:56:43.770" v="209" actId="20577"/>
          <ac:spMkLst>
            <pc:docMk/>
            <pc:sldMk cId="2842427851" sldId="288"/>
            <ac:spMk id="2" creationId="{E47FEEB6-1514-39CC-F003-EB5BDEF225C8}"/>
          </ac:spMkLst>
        </pc:spChg>
        <pc:spChg chg="mod">
          <ac:chgData name="Rodrigo Blanco Betes" userId="16ef1b1f59eb08cc" providerId="Windows Live" clId="Web-{DAEE2F65-D040-028B-F801-8E98A8FDD28B}" dt="2026-01-25T15:57:19.725" v="230" actId="20577"/>
          <ac:spMkLst>
            <pc:docMk/>
            <pc:sldMk cId="2842427851" sldId="288"/>
            <ac:spMk id="3" creationId="{51B6E0CF-44AD-CBEE-102D-E2DFA2CAE5F3}"/>
          </ac:spMkLst>
        </pc:spChg>
      </pc:sldChg>
      <pc:sldChg chg="modSp new">
        <pc:chgData name="Rodrigo Blanco Betes" userId="16ef1b1f59eb08cc" providerId="Windows Live" clId="Web-{DAEE2F65-D040-028B-F801-8E98A8FDD28B}" dt="2026-01-25T15:58:07.321" v="257" actId="20577"/>
        <pc:sldMkLst>
          <pc:docMk/>
          <pc:sldMk cId="128860503" sldId="289"/>
        </pc:sldMkLst>
        <pc:spChg chg="mod">
          <ac:chgData name="Rodrigo Blanco Betes" userId="16ef1b1f59eb08cc" providerId="Windows Live" clId="Web-{DAEE2F65-D040-028B-F801-8E98A8FDD28B}" dt="2026-01-25T15:57:35.538" v="249" actId="20577"/>
          <ac:spMkLst>
            <pc:docMk/>
            <pc:sldMk cId="128860503" sldId="289"/>
            <ac:spMk id="2" creationId="{4179D084-AE94-549E-F650-5FF6DFEC6CA2}"/>
          </ac:spMkLst>
        </pc:spChg>
        <pc:spChg chg="mod">
          <ac:chgData name="Rodrigo Blanco Betes" userId="16ef1b1f59eb08cc" providerId="Windows Live" clId="Web-{DAEE2F65-D040-028B-F801-8E98A8FDD28B}" dt="2026-01-25T15:58:07.321" v="257" actId="20577"/>
          <ac:spMkLst>
            <pc:docMk/>
            <pc:sldMk cId="128860503" sldId="289"/>
            <ac:spMk id="3" creationId="{9B0888B9-1FF1-C53F-2C30-C6DE24654DBD}"/>
          </ac:spMkLst>
        </pc:spChg>
      </pc:sldChg>
      <pc:sldChg chg="modSp new">
        <pc:chgData name="Rodrigo Blanco Betes" userId="16ef1b1f59eb08cc" providerId="Windows Live" clId="Web-{DAEE2F65-D040-028B-F801-8E98A8FDD28B}" dt="2026-01-25T15:59:52.996" v="298" actId="20577"/>
        <pc:sldMkLst>
          <pc:docMk/>
          <pc:sldMk cId="50972063" sldId="290"/>
        </pc:sldMkLst>
        <pc:spChg chg="mod">
          <ac:chgData name="Rodrigo Blanco Betes" userId="16ef1b1f59eb08cc" providerId="Windows Live" clId="Web-{DAEE2F65-D040-028B-F801-8E98A8FDD28B}" dt="2026-01-25T15:59:52.996" v="298" actId="20577"/>
          <ac:spMkLst>
            <pc:docMk/>
            <pc:sldMk cId="50972063" sldId="290"/>
            <ac:spMk id="2" creationId="{50FB20ED-6A34-B0B5-D170-F72B711231F0}"/>
          </ac:spMkLst>
        </pc:spChg>
        <pc:spChg chg="mod">
          <ac:chgData name="Rodrigo Blanco Betes" userId="16ef1b1f59eb08cc" providerId="Windows Live" clId="Web-{DAEE2F65-D040-028B-F801-8E98A8FDD28B}" dt="2026-01-25T15:59:40.418" v="287" actId="20577"/>
          <ac:spMkLst>
            <pc:docMk/>
            <pc:sldMk cId="50972063" sldId="290"/>
            <ac:spMk id="3" creationId="{55B0795D-4212-16C2-8B92-054C5CF931A5}"/>
          </ac:spMkLst>
        </pc:spChg>
      </pc:sldChg>
    </pc:docChg>
  </pc:docChgLst>
  <pc:docChgLst>
    <pc:chgData name="Rodrigo Blanco Betes" userId="16ef1b1f59eb08cc" providerId="Windows Live" clId="Web-{FA4A62BF-0E95-74B6-675D-5D4AC7E4CFDF}"/>
    <pc:docChg chg="modSld">
      <pc:chgData name="Rodrigo Blanco Betes" userId="16ef1b1f59eb08cc" providerId="Windows Live" clId="Web-{FA4A62BF-0E95-74B6-675D-5D4AC7E4CFDF}" dt="2026-01-21T09:01:28.211" v="13" actId="20577"/>
      <pc:docMkLst>
        <pc:docMk/>
      </pc:docMkLst>
    </pc:docChg>
  </pc:docChgLst>
  <pc:docChgLst>
    <pc:chgData name="Rodrigo Blanco Betes" userId="16ef1b1f59eb08cc" providerId="Windows Live" clId="Web-{A9F502FD-D658-5618-FDB5-771D1E6047C5}"/>
    <pc:docChg chg="addSld delSld modSld">
      <pc:chgData name="Rodrigo Blanco Betes" userId="16ef1b1f59eb08cc" providerId="Windows Live" clId="Web-{A9F502FD-D658-5618-FDB5-771D1E6047C5}" dt="2026-01-24T09:49:50.568" v="2202" actId="20577"/>
      <pc:docMkLst>
        <pc:docMk/>
      </pc:docMkLst>
      <pc:sldChg chg="modSp">
        <pc:chgData name="Rodrigo Blanco Betes" userId="16ef1b1f59eb08cc" providerId="Windows Live" clId="Web-{A9F502FD-D658-5618-FDB5-771D1E6047C5}" dt="2026-01-24T08:22:23.438" v="13" actId="20577"/>
        <pc:sldMkLst>
          <pc:docMk/>
          <pc:sldMk cId="3460764680" sldId="256"/>
        </pc:sldMkLst>
        <pc:spChg chg="mod">
          <ac:chgData name="Rodrigo Blanco Betes" userId="16ef1b1f59eb08cc" providerId="Windows Live" clId="Web-{A9F502FD-D658-5618-FDB5-771D1E6047C5}" dt="2026-01-24T08:22:23.438" v="13" actId="20577"/>
          <ac:spMkLst>
            <pc:docMk/>
            <pc:sldMk cId="3460764680" sldId="256"/>
            <ac:spMk id="2" creationId="{CFB79234-859D-9407-A4A2-6CAE3BAFBAEE}"/>
          </ac:spMkLst>
        </pc:spChg>
      </pc:sldChg>
      <pc:sldChg chg="addSp delSp modSp new">
        <pc:chgData name="Rodrigo Blanco Betes" userId="16ef1b1f59eb08cc" providerId="Windows Live" clId="Web-{A9F502FD-D658-5618-FDB5-771D1E6047C5}" dt="2026-01-24T08:46:54.827" v="1426"/>
        <pc:sldMkLst>
          <pc:docMk/>
          <pc:sldMk cId="2309279046" sldId="263"/>
        </pc:sldMkLst>
        <pc:spChg chg="mod">
          <ac:chgData name="Rodrigo Blanco Betes" userId="16ef1b1f59eb08cc" providerId="Windows Live" clId="Web-{A9F502FD-D658-5618-FDB5-771D1E6047C5}" dt="2026-01-24T08:22:54.673" v="158" actId="20577"/>
          <ac:spMkLst>
            <pc:docMk/>
            <pc:sldMk cId="2309279046" sldId="263"/>
            <ac:spMk id="2" creationId="{6CEA6C00-7FF6-9F31-E1DB-CF126F378E51}"/>
          </ac:spMkLst>
        </pc:spChg>
        <pc:graphicFrameChg chg="add mod ord modGraphic">
          <ac:chgData name="Rodrigo Blanco Betes" userId="16ef1b1f59eb08cc" providerId="Windows Live" clId="Web-{A9F502FD-D658-5618-FDB5-771D1E6047C5}" dt="2026-01-24T08:46:54.827" v="1426"/>
          <ac:graphicFrameMkLst>
            <pc:docMk/>
            <pc:sldMk cId="2309279046" sldId="263"/>
            <ac:graphicFrameMk id="5" creationId="{EC885C90-873D-55E7-BB4C-2CBD9B8CE778}"/>
          </ac:graphicFrameMkLst>
        </pc:graphicFrameChg>
      </pc:sldChg>
      <pc:sldChg chg="modSp new">
        <pc:chgData name="Rodrigo Blanco Betes" userId="16ef1b1f59eb08cc" providerId="Windows Live" clId="Web-{A9F502FD-D658-5618-FDB5-771D1E6047C5}" dt="2026-01-24T08:31:45.587" v="954" actId="20577"/>
        <pc:sldMkLst>
          <pc:docMk/>
          <pc:sldMk cId="1387933976" sldId="264"/>
        </pc:sldMkLst>
        <pc:spChg chg="mod">
          <ac:chgData name="Rodrigo Blanco Betes" userId="16ef1b1f59eb08cc" providerId="Windows Live" clId="Web-{A9F502FD-D658-5618-FDB5-771D1E6047C5}" dt="2026-01-24T08:27:38.018" v="749" actId="20577"/>
          <ac:spMkLst>
            <pc:docMk/>
            <pc:sldMk cId="1387933976" sldId="264"/>
            <ac:spMk id="2" creationId="{8D97F08C-99AA-2B9F-9169-C9A4A85001B0}"/>
          </ac:spMkLst>
        </pc:spChg>
        <pc:spChg chg="mod">
          <ac:chgData name="Rodrigo Blanco Betes" userId="16ef1b1f59eb08cc" providerId="Windows Live" clId="Web-{A9F502FD-D658-5618-FDB5-771D1E6047C5}" dt="2026-01-24T08:31:45.587" v="954" actId="20577"/>
          <ac:spMkLst>
            <pc:docMk/>
            <pc:sldMk cId="1387933976" sldId="264"/>
            <ac:spMk id="3" creationId="{2D139D48-2E4F-31B1-2B65-DD0C79A7898C}"/>
          </ac:spMkLst>
        </pc:spChg>
      </pc:sldChg>
      <pc:sldChg chg="modSp new">
        <pc:chgData name="Rodrigo Blanco Betes" userId="16ef1b1f59eb08cc" providerId="Windows Live" clId="Web-{A9F502FD-D658-5618-FDB5-771D1E6047C5}" dt="2026-01-24T08:31:59.337" v="986" actId="20577"/>
        <pc:sldMkLst>
          <pc:docMk/>
          <pc:sldMk cId="536144649" sldId="265"/>
        </pc:sldMkLst>
        <pc:spChg chg="mod">
          <ac:chgData name="Rodrigo Blanco Betes" userId="16ef1b1f59eb08cc" providerId="Windows Live" clId="Web-{A9F502FD-D658-5618-FDB5-771D1E6047C5}" dt="2026-01-24T08:31:59.337" v="986" actId="20577"/>
          <ac:spMkLst>
            <pc:docMk/>
            <pc:sldMk cId="536144649" sldId="265"/>
            <ac:spMk id="2" creationId="{6FB2977A-D0F6-C701-D3D0-0662C5130F3C}"/>
          </ac:spMkLst>
        </pc:spChg>
      </pc:sldChg>
      <pc:sldChg chg="modSp new">
        <pc:chgData name="Rodrigo Blanco Betes" userId="16ef1b1f59eb08cc" providerId="Windows Live" clId="Web-{A9F502FD-D658-5618-FDB5-771D1E6047C5}" dt="2026-01-24T08:45:45.779" v="1364" actId="20577"/>
        <pc:sldMkLst>
          <pc:docMk/>
          <pc:sldMk cId="2691920487" sldId="266"/>
        </pc:sldMkLst>
        <pc:spChg chg="mod">
          <ac:chgData name="Rodrigo Blanco Betes" userId="16ef1b1f59eb08cc" providerId="Windows Live" clId="Web-{A9F502FD-D658-5618-FDB5-771D1E6047C5}" dt="2026-01-24T08:33:45.401" v="1016" actId="20577"/>
          <ac:spMkLst>
            <pc:docMk/>
            <pc:sldMk cId="2691920487" sldId="266"/>
            <ac:spMk id="2" creationId="{EA57EDD8-145B-D1AC-3E2F-1F5C48DDD13A}"/>
          </ac:spMkLst>
        </pc:spChg>
        <pc:spChg chg="mod">
          <ac:chgData name="Rodrigo Blanco Betes" userId="16ef1b1f59eb08cc" providerId="Windows Live" clId="Web-{A9F502FD-D658-5618-FDB5-771D1E6047C5}" dt="2026-01-24T08:45:45.779" v="1364" actId="20577"/>
          <ac:spMkLst>
            <pc:docMk/>
            <pc:sldMk cId="2691920487" sldId="266"/>
            <ac:spMk id="3" creationId="{1FECF950-2A79-13B0-DC4B-1E4F4D3E09C0}"/>
          </ac:spMkLst>
        </pc:spChg>
      </pc:sldChg>
      <pc:sldChg chg="modSp new">
        <pc:chgData name="Rodrigo Blanco Betes" userId="16ef1b1f59eb08cc" providerId="Windows Live" clId="Web-{A9F502FD-D658-5618-FDB5-771D1E6047C5}" dt="2026-01-24T09:01:45.364" v="1718" actId="20577"/>
        <pc:sldMkLst>
          <pc:docMk/>
          <pc:sldMk cId="1170092128" sldId="267"/>
        </pc:sldMkLst>
        <pc:spChg chg="mod">
          <ac:chgData name="Rodrigo Blanco Betes" userId="16ef1b1f59eb08cc" providerId="Windows Live" clId="Web-{A9F502FD-D658-5618-FDB5-771D1E6047C5}" dt="2026-01-24T08:50:03.080" v="1440" actId="20577"/>
          <ac:spMkLst>
            <pc:docMk/>
            <pc:sldMk cId="1170092128" sldId="267"/>
            <ac:spMk id="2" creationId="{D36A645C-FBC2-6DCD-2E48-0993741A2EF3}"/>
          </ac:spMkLst>
        </pc:spChg>
        <pc:spChg chg="mod">
          <ac:chgData name="Rodrigo Blanco Betes" userId="16ef1b1f59eb08cc" providerId="Windows Live" clId="Web-{A9F502FD-D658-5618-FDB5-771D1E6047C5}" dt="2026-01-24T09:01:45.364" v="1718" actId="20577"/>
          <ac:spMkLst>
            <pc:docMk/>
            <pc:sldMk cId="1170092128" sldId="267"/>
            <ac:spMk id="3" creationId="{40F906C9-FD40-6ECB-59FA-B88266F7F2C2}"/>
          </ac:spMkLst>
        </pc:spChg>
      </pc:sldChg>
      <pc:sldChg chg="modSp new">
        <pc:chgData name="Rodrigo Blanco Betes" userId="16ef1b1f59eb08cc" providerId="Windows Live" clId="Web-{A9F502FD-D658-5618-FDB5-771D1E6047C5}" dt="2026-01-24T09:02:38.989" v="1742" actId="20577"/>
        <pc:sldMkLst>
          <pc:docMk/>
          <pc:sldMk cId="2016055468" sldId="268"/>
        </pc:sldMkLst>
        <pc:spChg chg="mod">
          <ac:chgData name="Rodrigo Blanco Betes" userId="16ef1b1f59eb08cc" providerId="Windows Live" clId="Web-{A9F502FD-D658-5618-FDB5-771D1E6047C5}" dt="2026-01-24T09:02:38.989" v="1742" actId="20577"/>
          <ac:spMkLst>
            <pc:docMk/>
            <pc:sldMk cId="2016055468" sldId="268"/>
            <ac:spMk id="2" creationId="{B9BCA135-A654-CBE8-657D-FF9E2541DF85}"/>
          </ac:spMkLst>
        </pc:spChg>
      </pc:sldChg>
      <pc:sldChg chg="modSp new">
        <pc:chgData name="Rodrigo Blanco Betes" userId="16ef1b1f59eb08cc" providerId="Windows Live" clId="Web-{A9F502FD-D658-5618-FDB5-771D1E6047C5}" dt="2026-01-24T09:09:55.567" v="1802" actId="20577"/>
        <pc:sldMkLst>
          <pc:docMk/>
          <pc:sldMk cId="3731719290" sldId="269"/>
        </pc:sldMkLst>
        <pc:spChg chg="mod">
          <ac:chgData name="Rodrigo Blanco Betes" userId="16ef1b1f59eb08cc" providerId="Windows Live" clId="Web-{A9F502FD-D658-5618-FDB5-771D1E6047C5}" dt="2026-01-24T09:09:55.567" v="1802" actId="20577"/>
          <ac:spMkLst>
            <pc:docMk/>
            <pc:sldMk cId="3731719290" sldId="269"/>
            <ac:spMk id="2" creationId="{B3B03B84-4D50-85E4-B3AE-0E116384D3B5}"/>
          </ac:spMkLst>
        </pc:spChg>
      </pc:sldChg>
      <pc:sldChg chg="modSp new">
        <pc:chgData name="Rodrigo Blanco Betes" userId="16ef1b1f59eb08cc" providerId="Windows Live" clId="Web-{A9F502FD-D658-5618-FDB5-771D1E6047C5}" dt="2026-01-24T09:21:55.359" v="1964" actId="20577"/>
        <pc:sldMkLst>
          <pc:docMk/>
          <pc:sldMk cId="3466032987" sldId="270"/>
        </pc:sldMkLst>
        <pc:spChg chg="mod">
          <ac:chgData name="Rodrigo Blanco Betes" userId="16ef1b1f59eb08cc" providerId="Windows Live" clId="Web-{A9F502FD-D658-5618-FDB5-771D1E6047C5}" dt="2026-01-24T09:17:22.292" v="1883" actId="20577"/>
          <ac:spMkLst>
            <pc:docMk/>
            <pc:sldMk cId="3466032987" sldId="270"/>
            <ac:spMk id="2" creationId="{C175647E-4202-7000-BBBF-251D5CE0D04A}"/>
          </ac:spMkLst>
        </pc:spChg>
        <pc:spChg chg="mod">
          <ac:chgData name="Rodrigo Blanco Betes" userId="16ef1b1f59eb08cc" providerId="Windows Live" clId="Web-{A9F502FD-D658-5618-FDB5-771D1E6047C5}" dt="2026-01-24T09:21:55.359" v="1964" actId="20577"/>
          <ac:spMkLst>
            <pc:docMk/>
            <pc:sldMk cId="3466032987" sldId="270"/>
            <ac:spMk id="3" creationId="{DE4A24D3-D205-8629-27B1-3F789B85F66F}"/>
          </ac:spMkLst>
        </pc:spChg>
      </pc:sldChg>
      <pc:sldChg chg="modSp new">
        <pc:chgData name="Rodrigo Blanco Betes" userId="16ef1b1f59eb08cc" providerId="Windows Live" clId="Web-{A9F502FD-D658-5618-FDB5-771D1E6047C5}" dt="2026-01-24T09:49:50.568" v="2202" actId="20577"/>
        <pc:sldMkLst>
          <pc:docMk/>
          <pc:sldMk cId="3697131905" sldId="272"/>
        </pc:sldMkLst>
        <pc:spChg chg="mod">
          <ac:chgData name="Rodrigo Blanco Betes" userId="16ef1b1f59eb08cc" providerId="Windows Live" clId="Web-{A9F502FD-D658-5618-FDB5-771D1E6047C5}" dt="2026-01-24T09:41:18.996" v="2117" actId="20577"/>
          <ac:spMkLst>
            <pc:docMk/>
            <pc:sldMk cId="3697131905" sldId="272"/>
            <ac:spMk id="2" creationId="{50B8BD04-A6B5-E233-24D1-00956B971ABD}"/>
          </ac:spMkLst>
        </pc:spChg>
        <pc:spChg chg="mod">
          <ac:chgData name="Rodrigo Blanco Betes" userId="16ef1b1f59eb08cc" providerId="Windows Live" clId="Web-{A9F502FD-D658-5618-FDB5-771D1E6047C5}" dt="2026-01-24T09:49:50.568" v="2202" actId="20577"/>
          <ac:spMkLst>
            <pc:docMk/>
            <pc:sldMk cId="3697131905" sldId="272"/>
            <ac:spMk id="3" creationId="{4E31CAA6-A828-CEC6-0C62-9D368264DB21}"/>
          </ac:spMkLst>
        </pc:spChg>
      </pc:sldChg>
      <pc:sldChg chg="new">
        <pc:chgData name="Rodrigo Blanco Betes" userId="16ef1b1f59eb08cc" providerId="Windows Live" clId="Web-{A9F502FD-D658-5618-FDB5-771D1E6047C5}" dt="2026-01-24T09:22:40.063" v="1987"/>
        <pc:sldMkLst>
          <pc:docMk/>
          <pc:sldMk cId="2566006222" sldId="273"/>
        </pc:sldMkLst>
      </pc:sldChg>
    </pc:docChg>
  </pc:docChgLst>
  <pc:docChgLst>
    <pc:chgData name="Rodrigo Blanco Betes" userId="16ef1b1f59eb08cc" providerId="Windows Live" clId="Web-{A6F3A52E-5F31-4B87-FD4B-34FD52163482}"/>
    <pc:docChg chg="sldOrd">
      <pc:chgData name="Rodrigo Blanco Betes" userId="16ef1b1f59eb08cc" providerId="Windows Live" clId="Web-{A6F3A52E-5F31-4B87-FD4B-34FD52163482}" dt="2026-01-20T07:59:01.182" v="4"/>
      <pc:docMkLst>
        <pc:docMk/>
      </pc:docMkLst>
    </pc:docChg>
  </pc:docChgLst>
  <pc:docChgLst>
    <pc:chgData name="Rodrigo Blanco Betes" userId="16ef1b1f59eb08cc" providerId="Windows Live" clId="Web-{C0282D4E-A416-CC80-DAEB-4F927E80F8E3}"/>
    <pc:docChg chg="addSld modSld sldOrd">
      <pc:chgData name="Rodrigo Blanco Betes" userId="16ef1b1f59eb08cc" providerId="Windows Live" clId="Web-{C0282D4E-A416-CC80-DAEB-4F927E80F8E3}" dt="2026-01-25T16:58:30.930" v="126"/>
      <pc:docMkLst>
        <pc:docMk/>
      </pc:docMkLst>
      <pc:sldChg chg="modSp new ord">
        <pc:chgData name="Rodrigo Blanco Betes" userId="16ef1b1f59eb08cc" providerId="Windows Live" clId="Web-{C0282D4E-A416-CC80-DAEB-4F927E80F8E3}" dt="2026-01-25T16:58:30.930" v="126"/>
        <pc:sldMkLst>
          <pc:docMk/>
          <pc:sldMk cId="152199662" sldId="291"/>
        </pc:sldMkLst>
        <pc:spChg chg="mod">
          <ac:chgData name="Rodrigo Blanco Betes" userId="16ef1b1f59eb08cc" providerId="Windows Live" clId="Web-{C0282D4E-A416-CC80-DAEB-4F927E80F8E3}" dt="2026-01-25T16:55:23.864" v="26" actId="20577"/>
          <ac:spMkLst>
            <pc:docMk/>
            <pc:sldMk cId="152199662" sldId="291"/>
            <ac:spMk id="2" creationId="{D802F99C-C391-2FF7-3B64-36BAD286E6BD}"/>
          </ac:spMkLst>
        </pc:spChg>
        <pc:spChg chg="mod">
          <ac:chgData name="Rodrigo Blanco Betes" userId="16ef1b1f59eb08cc" providerId="Windows Live" clId="Web-{C0282D4E-A416-CC80-DAEB-4F927E80F8E3}" dt="2026-01-25T16:58:25.648" v="124" actId="20577"/>
          <ac:spMkLst>
            <pc:docMk/>
            <pc:sldMk cId="152199662" sldId="291"/>
            <ac:spMk id="3" creationId="{A7391979-EF02-1C2A-30F0-5CDAF870F6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FA40C-ED70-4EB5-A0BE-E4624EEA6D5B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CF675-F1BC-43CF-9EF8-849EC09EE8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049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F18B7-B4D0-41F4-A02B-0F0F550EE82D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2205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2782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247089"/>
            <a:ext cx="10018713" cy="3544111"/>
          </a:xfrm>
        </p:spPr>
        <p:txBody>
          <a:bodyPr anchor="ctr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Enero del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"/>
              <a:t>Rodrigo Blanco Betes —Alfa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48631DF-F3AC-4983-B76B-227A060C08E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55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Enero del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Rodrigo Blanco Betes —Alfa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857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FD7C-B967-4837-A20F-0B3006243B9A}" type="datetime1">
              <a:rPr lang="es-ES" smtClean="0"/>
              <a:t>26/01/2026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12356" y="5837237"/>
            <a:ext cx="7084177" cy="365125"/>
          </a:xfrm>
        </p:spPr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09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3B65-4F08-4737-A3A4-38B40B7D4F61}" type="datetime1">
              <a:rPr lang="es-ES" smtClean="0"/>
              <a:t>26/01/2026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959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D02C-82F1-4E1A-BAF6-3C44D6604BCA}" type="datetime1">
              <a:rPr lang="es-ES" smtClean="0"/>
              <a:t>26/01/2026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5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D27BD-B0BF-4167-9B76-6A79BFE2337F}" type="datetime1">
              <a:rPr lang="es-ES" smtClean="0"/>
              <a:t>26/01/2026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176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38C7-03D8-4C07-9527-95044880336A}" type="datetime1">
              <a:rPr lang="es-ES" smtClean="0"/>
              <a:t>26/01/2026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166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1C4C-49E2-46E9-A042-DAA20401C062}" type="datetime1">
              <a:rPr lang="es-ES" smtClean="0"/>
              <a:t>26/01/2026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8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A4E5-0866-45E5-AC22-2201F882714A}" type="datetime1">
              <a:rPr lang="es-ES" smtClean="0"/>
              <a:t>26/01/2026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311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8132-7111-4943-B647-307BAE06A26E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2539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32E0E-9193-4FF7-B53F-50F8DB16F4C6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3550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74B2-B8B2-4B9B-924F-C50D7E6461EE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9539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7A86-411B-4D24-95C4-BF6909DBB658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0985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86E6-FB66-48E1-8B64-5AE803E81212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718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520A-1EC6-40F9-9D82-DB56DFF9E566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808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BABCB-51C1-4819-AA66-366F170919C7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162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DA27AB-6189-4D7B-998D-AE56B50C5E3F}" type="datetime1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s-ES"/>
              <a:t>Rodrigo Blanco Betes --- Alfa Formación y Consultoría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48631DF-F3AC-4983-B76B-227A060C08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72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9234-859D-9407-A4A2-6CAE3BAFB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587" y="2053463"/>
            <a:ext cx="8574622" cy="1375734"/>
          </a:xfrm>
        </p:spPr>
        <p:txBody>
          <a:bodyPr/>
          <a:lstStyle/>
          <a:p>
            <a:r>
              <a:rPr lang="es-ES"/>
              <a:t>Introducción a Docker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4C55D-8CD9-7529-B52D-6B894DA398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Rodrigo Blanco Betes</a:t>
            </a:r>
          </a:p>
          <a:p>
            <a:r>
              <a:rPr lang="es-ES"/>
              <a:t>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3460764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A6C00-7FF6-9F31-E1DB-CF126F37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Motivación de Docker</a:t>
            </a:r>
            <a:endParaRPr lang="es-ES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EC885C90-873D-55E7-BB4C-2CBD9B8CE7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614484"/>
              </p:ext>
            </p:extLst>
          </p:nvPr>
        </p:nvGraphicFramePr>
        <p:xfrm>
          <a:off x="1487129" y="1720644"/>
          <a:ext cx="10018710" cy="3454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570">
                  <a:extLst>
                    <a:ext uri="{9D8B030D-6E8A-4147-A177-3AD203B41FA5}">
                      <a16:colId xmlns:a16="http://schemas.microsoft.com/office/drawing/2014/main" val="2756250349"/>
                    </a:ext>
                  </a:extLst>
                </a:gridCol>
                <a:gridCol w="3339570">
                  <a:extLst>
                    <a:ext uri="{9D8B030D-6E8A-4147-A177-3AD203B41FA5}">
                      <a16:colId xmlns:a16="http://schemas.microsoft.com/office/drawing/2014/main" val="2643212137"/>
                    </a:ext>
                  </a:extLst>
                </a:gridCol>
                <a:gridCol w="3339570">
                  <a:extLst>
                    <a:ext uri="{9D8B030D-6E8A-4147-A177-3AD203B41FA5}">
                      <a16:colId xmlns:a16="http://schemas.microsoft.com/office/drawing/2014/main" val="379722660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Poner en marcha una aplicación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Pre-Docker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Con Docker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161910"/>
                  </a:ext>
                </a:extLst>
              </a:tr>
              <a:tr h="1475873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En desarrollo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Instalación de dependencias, problemas de compatibilidad, errores humanos...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Se reduce (a menudo) a ejecutar un comando:</a:t>
                      </a:r>
                      <a:br>
                        <a:rPr lang="es-ES"/>
                      </a:br>
                      <a:br>
                        <a:rPr lang="es-ES"/>
                      </a:br>
                      <a:r>
                        <a:rPr lang="es-ES" err="1"/>
                        <a:t>docker</a:t>
                      </a:r>
                      <a:r>
                        <a:rPr lang="es-ES"/>
                        <a:t> </a:t>
                      </a:r>
                      <a:r>
                        <a:rPr lang="es-ES" err="1"/>
                        <a:t>compose</a:t>
                      </a:r>
                      <a:r>
                        <a:rPr lang="es-ES"/>
                        <a:t>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86991"/>
                  </a:ext>
                </a:extLst>
              </a:tr>
              <a:tr h="1368926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En producción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Asegurar que el servidor tenga X dependencias, cambiar la configuración de desarrollo, 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Utilizar una imagen de Docker (mucho más parecido que en desarrollo)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452747"/>
                  </a:ext>
                </a:extLst>
              </a:tr>
            </a:tbl>
          </a:graphicData>
        </a:graphic>
      </p:graphicFrame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217481C-17B2-DE5F-DFEE-471F0DA9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2309279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7F08C-99AA-2B9F-9169-C9A4A850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Ideas básicas de los contenedores Docker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139D48-2E4F-31B1-2B65-DD0C79A78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latin typeface="Times New Roman"/>
                <a:cs typeface="Times New Roman"/>
              </a:rPr>
              <a:t>Una imagen </a:t>
            </a:r>
            <a:r>
              <a:rPr lang="es-ES" b="1" err="1">
                <a:latin typeface="Times New Roman"/>
                <a:cs typeface="Times New Roman"/>
              </a:rPr>
              <a:t>docker</a:t>
            </a:r>
            <a:r>
              <a:rPr lang="es-ES">
                <a:latin typeface="Times New Roman"/>
                <a:cs typeface="Times New Roman"/>
              </a:rPr>
              <a:t> es el paquete de "instrucciones" necesarias para ejecutar una aplicación</a:t>
            </a:r>
            <a:endParaRPr lang="es-ES"/>
          </a:p>
          <a:p>
            <a:pPr>
              <a:buClr>
                <a:srgbClr val="1287C3"/>
              </a:buClr>
            </a:pPr>
            <a:r>
              <a:rPr lang="es-ES" b="1">
                <a:latin typeface="Times New Roman"/>
                <a:cs typeface="Times New Roman"/>
              </a:rPr>
              <a:t>Un contenedor</a:t>
            </a:r>
            <a:r>
              <a:rPr lang="es-ES">
                <a:latin typeface="Times New Roman"/>
                <a:cs typeface="Times New Roman"/>
              </a:rPr>
              <a:t> es una </a:t>
            </a:r>
            <a:r>
              <a:rPr lang="es-ES" i="1">
                <a:latin typeface="Times New Roman"/>
                <a:cs typeface="Times New Roman"/>
              </a:rPr>
              <a:t>instancia </a:t>
            </a:r>
            <a:r>
              <a:rPr lang="es-ES">
                <a:latin typeface="Times New Roman"/>
                <a:cs typeface="Times New Roman"/>
              </a:rPr>
              <a:t>de la imagen. Es una </a:t>
            </a:r>
            <a:r>
              <a:rPr lang="es-ES" i="1">
                <a:latin typeface="Times New Roman"/>
                <a:cs typeface="Times New Roman"/>
              </a:rPr>
              <a:t>abstracción </a:t>
            </a:r>
            <a:r>
              <a:rPr lang="es-ES">
                <a:latin typeface="Times New Roman"/>
                <a:cs typeface="Times New Roman"/>
              </a:rPr>
              <a:t>del equipo que se utiliza para ejecutar la aplicación según las instrucciones de la imagen</a:t>
            </a:r>
            <a:endParaRPr lang="es-ES"/>
          </a:p>
          <a:p>
            <a:pPr>
              <a:buClr>
                <a:srgbClr val="1287C3"/>
              </a:buClr>
            </a:pPr>
            <a:r>
              <a:rPr lang="es-ES" b="1">
                <a:latin typeface="Times New Roman"/>
                <a:cs typeface="Times New Roman"/>
              </a:rPr>
              <a:t>Docker Engine:</a:t>
            </a:r>
            <a:r>
              <a:rPr lang="es-ES">
                <a:latin typeface="Times New Roman"/>
                <a:cs typeface="Times New Roman"/>
              </a:rPr>
              <a:t> </a:t>
            </a:r>
            <a:r>
              <a:rPr lang="es-ES" b="1">
                <a:latin typeface="Times New Roman"/>
                <a:cs typeface="Times New Roman"/>
              </a:rPr>
              <a:t>software que realmente crea, ejecuta y gestiona contenedores</a:t>
            </a:r>
            <a:r>
              <a:rPr lang="es-ES">
                <a:latin typeface="Times New Roman"/>
                <a:cs typeface="Times New Roman"/>
              </a:rPr>
              <a:t> en tu sistema.</a:t>
            </a:r>
            <a:endParaRPr lang="es-ES"/>
          </a:p>
          <a:p>
            <a:pPr>
              <a:buClr>
                <a:srgbClr val="1287C3"/>
              </a:buClr>
            </a:pPr>
            <a:r>
              <a:rPr lang="es-ES" b="1">
                <a:latin typeface="Times New Roman"/>
                <a:cs typeface="Times New Roman"/>
              </a:rPr>
              <a:t>Docker Hub:</a:t>
            </a:r>
            <a:r>
              <a:rPr lang="es-ES">
                <a:latin typeface="Times New Roman"/>
                <a:cs typeface="Times New Roman"/>
              </a:rPr>
              <a:t> repositorio con imágenes </a:t>
            </a:r>
            <a:r>
              <a:rPr lang="es-ES" err="1">
                <a:latin typeface="Times New Roman"/>
                <a:cs typeface="Times New Roman"/>
              </a:rPr>
              <a:t>docker</a:t>
            </a:r>
            <a:r>
              <a:rPr lang="es-ES">
                <a:latin typeface="Times New Roman"/>
                <a:cs typeface="Times New Roman"/>
              </a:rPr>
              <a:t> preexistentes 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152FBD-DA3C-D2BC-D840-2202907E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138793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2977A-D0F6-C701-D3D0-0662C5130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90833"/>
            <a:ext cx="10018713" cy="1327826"/>
          </a:xfrm>
        </p:spPr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Imagen-&gt; diseño del contenedor</a:t>
            </a:r>
            <a:br>
              <a:rPr lang="es-ES">
                <a:latin typeface="Times New Roman"/>
                <a:cs typeface="Times New Roman"/>
              </a:rPr>
            </a:br>
            <a:r>
              <a:rPr lang="es-ES" err="1">
                <a:latin typeface="Times New Roman"/>
                <a:cs typeface="Times New Roman"/>
              </a:rPr>
              <a:t>Kubernetes</a:t>
            </a:r>
            <a:r>
              <a:rPr lang="es-ES">
                <a:latin typeface="Times New Roman"/>
                <a:cs typeface="Times New Roman"/>
              </a:rPr>
              <a:t>-&gt; gestor del puerto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285ED7-5F93-1F5A-9D8E-C9401E6E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7C8314-6764-DF09-B4A8-162D47A9B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44" y="1710198"/>
            <a:ext cx="799147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4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7EDD8-145B-D1AC-3E2F-1F5C48DD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Contexto histórico: evolución de la virtualización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ECF950-2A79-13B0-DC4B-1E4F4D3E0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25865"/>
            <a:ext cx="10018713" cy="4220077"/>
          </a:xfrm>
        </p:spPr>
        <p:txBody>
          <a:bodyPr/>
          <a:lstStyle/>
          <a:p>
            <a:r>
              <a:rPr lang="es-ES" b="1">
                <a:latin typeface="Times New Roman"/>
                <a:cs typeface="Times New Roman"/>
              </a:rPr>
              <a:t>Paso 1:</a:t>
            </a:r>
            <a:r>
              <a:rPr lang="es-ES">
                <a:latin typeface="Times New Roman"/>
                <a:cs typeface="Times New Roman"/>
              </a:rPr>
              <a:t> sólo existían equipos </a:t>
            </a:r>
            <a:r>
              <a:rPr lang="es-ES" b="1" err="1">
                <a:latin typeface="Times New Roman"/>
                <a:cs typeface="Times New Roman"/>
              </a:rPr>
              <a:t>bare</a:t>
            </a:r>
            <a:r>
              <a:rPr lang="es-ES" b="1">
                <a:latin typeface="Times New Roman"/>
                <a:cs typeface="Times New Roman"/>
              </a:rPr>
              <a:t>-metal</a:t>
            </a:r>
            <a:r>
              <a:rPr lang="es-ES">
                <a:latin typeface="Times New Roman"/>
                <a:cs typeface="Times New Roman"/>
              </a:rPr>
              <a:t> (problemas de incompatibilidad enormes). Menor aislamiento (</a:t>
            </a:r>
            <a:r>
              <a:rPr lang="es-ES" err="1">
                <a:latin typeface="Times New Roman"/>
                <a:cs typeface="Times New Roman"/>
              </a:rPr>
              <a:t>blast</a:t>
            </a:r>
            <a:r>
              <a:rPr lang="es-ES">
                <a:latin typeface="Times New Roman"/>
                <a:cs typeface="Times New Roman"/>
              </a:rPr>
              <a:t> </a:t>
            </a:r>
            <a:r>
              <a:rPr lang="es-ES" err="1">
                <a:latin typeface="Times New Roman"/>
                <a:cs typeface="Times New Roman"/>
              </a:rPr>
              <a:t>radius</a:t>
            </a:r>
            <a:r>
              <a:rPr lang="es-ES">
                <a:latin typeface="Times New Roman"/>
                <a:cs typeface="Times New Roman"/>
              </a:rPr>
              <a:t>)</a:t>
            </a:r>
          </a:p>
          <a:p>
            <a:pPr>
              <a:buClr>
                <a:srgbClr val="1287C3"/>
              </a:buClr>
            </a:pPr>
            <a:endParaRPr lang="es-ES"/>
          </a:p>
          <a:p>
            <a:pPr>
              <a:buClr>
                <a:srgbClr val="1287C3"/>
              </a:buClr>
            </a:pPr>
            <a:r>
              <a:rPr lang="es-ES" b="1">
                <a:latin typeface="Times New Roman"/>
                <a:cs typeface="Times New Roman"/>
              </a:rPr>
              <a:t>Paso 2: virtualización con </a:t>
            </a:r>
            <a:r>
              <a:rPr lang="es-ES" b="1" err="1">
                <a:latin typeface="Times New Roman"/>
                <a:cs typeface="Times New Roman"/>
              </a:rPr>
              <a:t>MVs</a:t>
            </a:r>
            <a:r>
              <a:rPr lang="es-ES">
                <a:latin typeface="Times New Roman"/>
                <a:cs typeface="Times New Roman"/>
              </a:rPr>
              <a:t>: se solventan algunos problemas de incompatibilidad/aislamiento, pero es costoso para aplicaciones muy grandes/variadas. Difícil de usar en desarrollo</a:t>
            </a:r>
            <a:endParaRPr lang="es-ES"/>
          </a:p>
          <a:p>
            <a:pPr>
              <a:buClr>
                <a:srgbClr val="1287C3"/>
              </a:buClr>
            </a:pPr>
            <a:endParaRPr lang="es-ES"/>
          </a:p>
          <a:p>
            <a:pPr>
              <a:buClr>
                <a:srgbClr val="1287C3"/>
              </a:buClr>
            </a:pPr>
            <a:r>
              <a:rPr lang="es-ES" b="1">
                <a:latin typeface="Times New Roman"/>
                <a:cs typeface="Times New Roman"/>
              </a:rPr>
              <a:t>Paso 3: contenedores:</a:t>
            </a:r>
            <a:r>
              <a:rPr lang="es-ES">
                <a:latin typeface="Times New Roman"/>
                <a:cs typeface="Times New Roman"/>
              </a:rPr>
              <a:t> </a:t>
            </a:r>
            <a:r>
              <a:rPr lang="es-ES" b="1">
                <a:latin typeface="Times New Roman"/>
                <a:cs typeface="Times New Roman"/>
              </a:rPr>
              <a:t>unidad mínima </a:t>
            </a:r>
            <a:r>
              <a:rPr lang="es-ES">
                <a:latin typeface="Times New Roman"/>
                <a:cs typeface="Times New Roman"/>
              </a:rPr>
              <a:t>para ejecutar las aplicaciones requeridas dentro de un SO, compartiendo el </a:t>
            </a:r>
            <a:r>
              <a:rPr lang="es-ES" err="1">
                <a:latin typeface="Times New Roman"/>
                <a:cs typeface="Times New Roman"/>
              </a:rPr>
              <a:t>Kernel</a:t>
            </a:r>
            <a:endParaRPr lang="es-ES" err="1"/>
          </a:p>
          <a:p>
            <a:pPr>
              <a:buClr>
                <a:srgbClr val="1287C3"/>
              </a:buClr>
            </a:pP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EE189E-BBF3-1E6E-3652-0AFEB4201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269192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A645C-FBC2-6DCD-2E48-0993741A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Las bases tecnológicas de Docker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F906C9-FD40-6ECB-59FA-B88266F7F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06315"/>
            <a:ext cx="10018713" cy="4084885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30ACEC">
                  <a:lumMod val="75000"/>
                </a:srgbClr>
              </a:buClr>
              <a:buNone/>
            </a:pPr>
            <a:endParaRPr lang="es-ES">
              <a:latin typeface="Times New Roman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Namespaces</a:t>
            </a:r>
            <a:r>
              <a:rPr lang="es-ES" b="1">
                <a:latin typeface="Times New Roman"/>
                <a:cs typeface="Times New Roman"/>
              </a:rPr>
              <a:t>:</a:t>
            </a:r>
            <a:r>
              <a:rPr lang="es-ES">
                <a:latin typeface="Times New Roman"/>
                <a:cs typeface="Times New Roman"/>
              </a:rPr>
              <a:t> mecanismo del </a:t>
            </a:r>
            <a:r>
              <a:rPr lang="es-ES" err="1">
                <a:latin typeface="Times New Roman"/>
                <a:cs typeface="Times New Roman"/>
              </a:rPr>
              <a:t>kernel</a:t>
            </a:r>
            <a:r>
              <a:rPr lang="es-ES">
                <a:latin typeface="Times New Roman"/>
                <a:cs typeface="Times New Roman"/>
              </a:rPr>
              <a:t> de Linux que aísla recursos para que un proceso "crea" que está solo en el sistema. Ej. </a:t>
            </a:r>
            <a:r>
              <a:rPr lang="es-ES" err="1">
                <a:latin typeface="Times New Roman"/>
                <a:cs typeface="Times New Roman"/>
              </a:rPr>
              <a:t>Namespaces</a:t>
            </a:r>
            <a:r>
              <a:rPr lang="es-ES">
                <a:latin typeface="Times New Roman"/>
                <a:cs typeface="Times New Roman"/>
              </a:rPr>
              <a:t> de usuario</a:t>
            </a:r>
            <a:endParaRPr lang="es-ES"/>
          </a:p>
          <a:p>
            <a:pPr>
              <a:buClr>
                <a:srgbClr val="1287C3"/>
              </a:buClr>
            </a:pPr>
            <a:endParaRPr lang="es-ES"/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cgroups</a:t>
            </a:r>
            <a:r>
              <a:rPr lang="es-ES" b="1">
                <a:latin typeface="Times New Roman"/>
                <a:cs typeface="Times New Roman"/>
              </a:rPr>
              <a:t>:</a:t>
            </a:r>
            <a:r>
              <a:rPr lang="es-ES">
                <a:latin typeface="Times New Roman"/>
                <a:cs typeface="Times New Roman"/>
              </a:rPr>
              <a:t> característica del </a:t>
            </a:r>
            <a:r>
              <a:rPr lang="es-ES" err="1">
                <a:latin typeface="Times New Roman"/>
                <a:cs typeface="Times New Roman"/>
              </a:rPr>
              <a:t>kernel</a:t>
            </a:r>
            <a:r>
              <a:rPr lang="es-ES">
                <a:latin typeface="Times New Roman"/>
                <a:cs typeface="Times New Roman"/>
              </a:rPr>
              <a:t> de Linux que permite organizar los procesos de forma jerárquica y limitar su uso de recursos</a:t>
            </a:r>
            <a:endParaRPr lang="es-ES"/>
          </a:p>
          <a:p>
            <a:pPr>
              <a:buClr>
                <a:srgbClr val="1287C3"/>
              </a:buClr>
            </a:pPr>
            <a:endParaRPr lang="es-ES"/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Union</a:t>
            </a:r>
            <a:r>
              <a:rPr lang="es-ES" b="1">
                <a:latin typeface="Times New Roman"/>
                <a:cs typeface="Times New Roman"/>
              </a:rPr>
              <a:t> Mount </a:t>
            </a:r>
            <a:r>
              <a:rPr lang="es-ES" b="1" err="1">
                <a:latin typeface="Times New Roman"/>
                <a:cs typeface="Times New Roman"/>
              </a:rPr>
              <a:t>Filesystems</a:t>
            </a:r>
            <a:r>
              <a:rPr lang="es-ES" b="1">
                <a:latin typeface="Times New Roman"/>
                <a:cs typeface="Times New Roman"/>
              </a:rPr>
              <a:t>:</a:t>
            </a:r>
            <a:r>
              <a:rPr lang="es-ES">
                <a:latin typeface="Times New Roman"/>
                <a:cs typeface="Times New Roman"/>
              </a:rPr>
              <a:t> sistema de archivos que une varias capas en una sola vista lógica</a:t>
            </a:r>
            <a:endParaRPr lang="es-ES"/>
          </a:p>
          <a:p>
            <a:pPr>
              <a:buClr>
                <a:srgbClr val="1287C3"/>
              </a:buClr>
            </a:pP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7F3EB6-ACA1-B845-9A97-8AACA21A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117009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CA135-A654-CBE8-657D-FF9E2541D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182" y="390833"/>
            <a:ext cx="10018713" cy="1327826"/>
          </a:xfrm>
        </p:spPr>
        <p:txBody>
          <a:bodyPr/>
          <a:lstStyle/>
          <a:p>
            <a:r>
              <a:rPr lang="es-ES" err="1">
                <a:latin typeface="Times New Roman"/>
                <a:cs typeface="Times New Roman"/>
              </a:rPr>
              <a:t>cgroups</a:t>
            </a:r>
            <a:r>
              <a:rPr lang="es-ES">
                <a:latin typeface="Times New Roman"/>
                <a:cs typeface="Times New Roman"/>
              </a:rPr>
              <a:t> // </a:t>
            </a:r>
            <a:r>
              <a:rPr lang="es-ES" err="1">
                <a:latin typeface="Times New Roman"/>
                <a:cs typeface="Times New Roman"/>
              </a:rPr>
              <a:t>union</a:t>
            </a:r>
            <a:r>
              <a:rPr lang="es-ES">
                <a:latin typeface="Times New Roman"/>
                <a:cs typeface="Times New Roman"/>
              </a:rPr>
              <a:t> </a:t>
            </a:r>
            <a:r>
              <a:rPr lang="es-ES" err="1">
                <a:latin typeface="Times New Roman"/>
                <a:cs typeface="Times New Roman"/>
              </a:rPr>
              <a:t>mount</a:t>
            </a:r>
            <a:r>
              <a:rPr lang="es-ES">
                <a:latin typeface="Times New Roman"/>
                <a:cs typeface="Times New Roman"/>
              </a:rPr>
              <a:t> </a:t>
            </a:r>
            <a:r>
              <a:rPr lang="es-ES" err="1">
                <a:latin typeface="Times New Roman"/>
                <a:cs typeface="Times New Roman"/>
              </a:rPr>
              <a:t>filesystems</a:t>
            </a:r>
            <a:endParaRPr lang="es-ES" err="1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EBF038-48C2-7840-CEC6-D0AA1C708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47698" y="6165952"/>
            <a:ext cx="7084177" cy="365125"/>
          </a:xfrm>
        </p:spPr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63C2F97F-319E-28D6-BA1E-68E821312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2" y="1584068"/>
            <a:ext cx="4207900" cy="425521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878E479-8B6F-D77F-F346-20EE69CB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002" y="2230540"/>
            <a:ext cx="6757220" cy="294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5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03B84-4D50-85E4-B3AE-0E116384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Arquitectura Docker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A0770F-F324-D953-0D33-7DFC647C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  <p:pic>
        <p:nvPicPr>
          <p:cNvPr id="5" name="Imagen 4" descr="Diagrama">
            <a:extLst>
              <a:ext uri="{FF2B5EF4-FFF2-40B4-BE49-F238E27FC236}">
                <a16:creationId xmlns:a16="http://schemas.microsoft.com/office/drawing/2014/main" id="{E46B0391-6B8F-E27F-C6C8-7651640E6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901" y="2003476"/>
            <a:ext cx="7759103" cy="367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19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2F99C-C391-2FF7-3B64-36BAD286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Paso previo en Windows: activar WSL2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391979-EF02-1C2A-30F0-5CDAF870F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s-ES">
                <a:latin typeface="Times New Roman"/>
                <a:cs typeface="Times New Roman"/>
              </a:rPr>
              <a:t>Ejecutar en la terminal: </a:t>
            </a:r>
            <a:r>
              <a:rPr lang="es-ES" err="1">
                <a:latin typeface="Times New Roman"/>
                <a:cs typeface="Times New Roman"/>
              </a:rPr>
              <a:t>wsl</a:t>
            </a:r>
            <a:r>
              <a:rPr lang="es-ES">
                <a:latin typeface="Times New Roman"/>
                <a:cs typeface="Times New Roman"/>
              </a:rPr>
              <a:t> –</a:t>
            </a:r>
            <a:r>
              <a:rPr lang="es-ES" err="1">
                <a:latin typeface="Times New Roman"/>
                <a:cs typeface="Times New Roman"/>
              </a:rPr>
              <a:t>install</a:t>
            </a:r>
            <a:endParaRPr lang="es-ES" err="1"/>
          </a:p>
          <a:p>
            <a:pPr marL="457200" indent="-457200">
              <a:buClr>
                <a:srgbClr val="1287C3"/>
              </a:buClr>
              <a:buAutoNum type="arabicPeriod"/>
            </a:pPr>
            <a:endParaRPr lang="es-ES"/>
          </a:p>
          <a:p>
            <a:pPr marL="457200" indent="-457200">
              <a:buClr>
                <a:srgbClr val="1287C3"/>
              </a:buClr>
              <a:buAutoNum type="arabicPeriod"/>
            </a:pPr>
            <a:r>
              <a:rPr lang="es-ES">
                <a:latin typeface="Times New Roman"/>
                <a:cs typeface="Times New Roman"/>
              </a:rPr>
              <a:t>Configurar inicio de sesión y reiniciar el equipo</a:t>
            </a:r>
            <a:endParaRPr lang="es-ES"/>
          </a:p>
          <a:p>
            <a:pPr marL="457200" indent="-457200">
              <a:buClr>
                <a:srgbClr val="1287C3"/>
              </a:buClr>
              <a:buAutoNum type="arabicPeriod"/>
            </a:pPr>
            <a:endParaRPr lang="es-ES"/>
          </a:p>
          <a:p>
            <a:pPr marL="457200" indent="-457200">
              <a:buClr>
                <a:srgbClr val="1287C3"/>
              </a:buClr>
              <a:buAutoNum type="arabicPeriod"/>
            </a:pPr>
            <a:r>
              <a:rPr lang="es-ES">
                <a:latin typeface="Times New Roman"/>
                <a:cs typeface="Times New Roman"/>
              </a:rPr>
              <a:t>Comprobar en la terminal: </a:t>
            </a:r>
            <a:r>
              <a:rPr lang="es-ES" err="1">
                <a:latin typeface="Times New Roman"/>
                <a:cs typeface="Times New Roman"/>
              </a:rPr>
              <a:t>wsl</a:t>
            </a:r>
            <a:r>
              <a:rPr lang="es-ES">
                <a:latin typeface="Times New Roman"/>
                <a:cs typeface="Times New Roman"/>
              </a:rPr>
              <a:t> --</a:t>
            </a:r>
            <a:r>
              <a:rPr lang="es-ES" err="1">
                <a:latin typeface="Times New Roman"/>
                <a:cs typeface="Times New Roman"/>
              </a:rPr>
              <a:t>version</a:t>
            </a:r>
            <a:endParaRPr lang="es-ES" err="1"/>
          </a:p>
          <a:p>
            <a:pPr marL="457200" indent="-457200">
              <a:buClr>
                <a:srgbClr val="1287C3"/>
              </a:buClr>
              <a:buAutoNum type="arabicPeriod"/>
            </a:pPr>
            <a:endParaRPr lang="es-ES"/>
          </a:p>
          <a:p>
            <a:pPr marL="457200" indent="-457200">
              <a:buClr>
                <a:srgbClr val="1287C3"/>
              </a:buClr>
              <a:buAutoNum type="arabicPeriod"/>
            </a:pPr>
            <a:r>
              <a:rPr lang="es-ES">
                <a:latin typeface="Times New Roman"/>
                <a:cs typeface="Times New Roman"/>
              </a:rPr>
              <a:t>Comprobar: </a:t>
            </a:r>
            <a:r>
              <a:rPr lang="es-ES" err="1">
                <a:latin typeface="Times New Roman"/>
                <a:cs typeface="Times New Roman"/>
              </a:rPr>
              <a:t>wsl</a:t>
            </a:r>
            <a:r>
              <a:rPr lang="es-ES">
                <a:latin typeface="Times New Roman"/>
                <a:cs typeface="Times New Roman"/>
              </a:rPr>
              <a:t> -l -v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2FC1B58-13B0-1E58-92B8-8E179D4B4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152199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5647E-4202-7000-BBBF-251D5CE0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>
                <a:latin typeface="Times New Roman"/>
                <a:cs typeface="Times New Roman"/>
              </a:rPr>
              <a:t>DockerHub</a:t>
            </a:r>
            <a:r>
              <a:rPr lang="es-ES">
                <a:latin typeface="Times New Roman"/>
                <a:cs typeface="Times New Roman"/>
              </a:rPr>
              <a:t>: el repositorio de imágenes de Docker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4A24D3-D205-8629-27B1-3F789B85F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En </a:t>
            </a:r>
            <a:r>
              <a:rPr lang="es-ES" err="1">
                <a:latin typeface="Times New Roman"/>
                <a:cs typeface="Times New Roman"/>
              </a:rPr>
              <a:t>DockerHub</a:t>
            </a:r>
            <a:r>
              <a:rPr lang="es-ES">
                <a:latin typeface="Times New Roman"/>
                <a:cs typeface="Times New Roman"/>
              </a:rPr>
              <a:t> existen más de 100.000 imágenes </a:t>
            </a:r>
            <a:r>
              <a:rPr lang="es-ES" err="1">
                <a:latin typeface="Times New Roman"/>
                <a:cs typeface="Times New Roman"/>
              </a:rPr>
              <a:t>docker</a:t>
            </a:r>
            <a:r>
              <a:rPr lang="es-ES">
                <a:latin typeface="Times New Roman"/>
                <a:cs typeface="Times New Roman"/>
              </a:rPr>
              <a:t> que se pueden reutilizar</a:t>
            </a:r>
          </a:p>
          <a:p>
            <a:pPr>
              <a:buClr>
                <a:srgbClr val="1287C3"/>
              </a:buClr>
            </a:pPr>
            <a:endParaRPr lang="es-ES">
              <a:latin typeface="Times New Roman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s-ES">
                <a:latin typeface="Times New Roman"/>
                <a:cs typeface="Times New Roman"/>
              </a:rPr>
              <a:t>Útil para importar proyectos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6D8F84-9F48-64D6-3D72-90A93EA9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3466032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8BD04-A6B5-E233-24D1-00956B97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>
                <a:latin typeface="Times New Roman"/>
                <a:cs typeface="Times New Roman"/>
              </a:rPr>
              <a:t>Volumes</a:t>
            </a:r>
            <a:r>
              <a:rPr lang="es-ES">
                <a:latin typeface="Times New Roman"/>
                <a:cs typeface="Times New Roman"/>
              </a:rPr>
              <a:t> y </a:t>
            </a:r>
            <a:r>
              <a:rPr lang="es-ES" err="1">
                <a:latin typeface="Times New Roman"/>
                <a:cs typeface="Times New Roman"/>
              </a:rPr>
              <a:t>BBDDs</a:t>
            </a:r>
            <a:endParaRPr lang="es-ES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31CAA6-A828-CEC6-0C62-9D368264D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Los Volúmenes permiten almacenar y mantener datos generados por la aplicación en el sistema operativo anfitrión (host).</a:t>
            </a:r>
            <a:endParaRPr lang="es-ES"/>
          </a:p>
          <a:p>
            <a:pPr>
              <a:buClr>
                <a:srgbClr val="1287C3"/>
              </a:buClr>
            </a:pPr>
            <a:endParaRPr lang="es-ES"/>
          </a:p>
          <a:p>
            <a:pPr>
              <a:buClr>
                <a:srgbClr val="1287C3"/>
              </a:buClr>
            </a:pPr>
            <a:r>
              <a:rPr lang="es-ES">
                <a:latin typeface="Times New Roman"/>
                <a:cs typeface="Times New Roman"/>
              </a:rPr>
              <a:t>Variables ambientales (</a:t>
            </a:r>
            <a:r>
              <a:rPr lang="es-ES" err="1">
                <a:latin typeface="Times New Roman"/>
                <a:cs typeface="Times New Roman"/>
              </a:rPr>
              <a:t>env</a:t>
            </a:r>
            <a:r>
              <a:rPr lang="es-ES">
                <a:latin typeface="Times New Roman"/>
                <a:cs typeface="Times New Roman"/>
              </a:rPr>
              <a:t>. Variables): algunas </a:t>
            </a:r>
            <a:r>
              <a:rPr lang="es-ES" err="1">
                <a:latin typeface="Times New Roman"/>
                <a:cs typeface="Times New Roman"/>
              </a:rPr>
              <a:t>BBDDs</a:t>
            </a:r>
            <a:r>
              <a:rPr lang="es-ES">
                <a:latin typeface="Times New Roman"/>
                <a:cs typeface="Times New Roman"/>
              </a:rPr>
              <a:t> las utilizan (ej. contraseña </a:t>
            </a:r>
            <a:r>
              <a:rPr lang="es-ES" err="1">
                <a:latin typeface="Times New Roman"/>
                <a:cs typeface="Times New Roman"/>
              </a:rPr>
              <a:t>admin</a:t>
            </a:r>
            <a:r>
              <a:rPr lang="es-ES">
                <a:latin typeface="Times New Roman"/>
                <a:cs typeface="Times New Roman"/>
              </a:rPr>
              <a:t>).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3A549B-0AEE-6DD4-5DF6-3AFB96291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3697131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E0FE2-CF60-42E9-683C-A2356079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La receta del contenedor: el </a:t>
            </a:r>
            <a:r>
              <a:rPr lang="es-ES" err="1">
                <a:latin typeface="Times New Roman"/>
                <a:cs typeface="Times New Roman"/>
              </a:rPr>
              <a:t>Dockerfile</a:t>
            </a:r>
            <a:endParaRPr lang="es-ES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85FC83-F18F-200B-5627-0CF314C0D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Times New Roman"/>
                <a:cs typeface="Times New Roman"/>
              </a:rPr>
              <a:t>El </a:t>
            </a:r>
            <a:r>
              <a:rPr lang="es-ES" dirty="0" err="1">
                <a:latin typeface="Times New Roman"/>
                <a:cs typeface="Times New Roman"/>
              </a:rPr>
              <a:t>dockerfile</a:t>
            </a:r>
            <a:r>
              <a:rPr lang="es-ES">
                <a:latin typeface="Times New Roman"/>
                <a:cs typeface="Times New Roman"/>
              </a:rPr>
              <a:t> incluye las instrucciones básicas para generar una imagen docker</a:t>
            </a:r>
          </a:p>
          <a:p>
            <a:pPr>
              <a:buClr>
                <a:srgbClr val="1287C3"/>
              </a:buClr>
            </a:pPr>
            <a:endParaRPr lang="es-ES" dirty="0"/>
          </a:p>
          <a:p>
            <a:pPr>
              <a:buClr>
                <a:srgbClr val="1287C3"/>
              </a:buClr>
            </a:pPr>
            <a:r>
              <a:rPr lang="es-ES" dirty="0">
                <a:latin typeface="Times New Roman"/>
                <a:cs typeface="Times New Roman"/>
              </a:rPr>
              <a:t>El comando </a:t>
            </a:r>
            <a:r>
              <a:rPr lang="es-ES" dirty="0" err="1">
                <a:latin typeface="Consolas"/>
                <a:cs typeface="Times New Roman"/>
              </a:rPr>
              <a:t>docker</a:t>
            </a:r>
            <a:r>
              <a:rPr lang="es-ES" dirty="0">
                <a:latin typeface="Consolas"/>
                <a:cs typeface="Times New Roman"/>
              </a:rPr>
              <a:t> </a:t>
            </a:r>
            <a:r>
              <a:rPr lang="es-ES" dirty="0" err="1">
                <a:latin typeface="Consolas"/>
                <a:cs typeface="Times New Roman"/>
              </a:rPr>
              <a:t>build</a:t>
            </a:r>
            <a:r>
              <a:rPr lang="es-ES" dirty="0">
                <a:latin typeface="Consolas"/>
                <a:cs typeface="Times New Roman"/>
              </a:rPr>
              <a:t> –t mi-imagen .</a:t>
            </a:r>
            <a:r>
              <a:rPr lang="es-ES" dirty="0">
                <a:latin typeface="Times New Roman"/>
                <a:cs typeface="Times New Roman"/>
              </a:rPr>
              <a:t> creará una imagen </a:t>
            </a:r>
            <a:r>
              <a:rPr lang="es-ES" dirty="0" err="1">
                <a:latin typeface="Times New Roman"/>
                <a:cs typeface="Times New Roman"/>
              </a:rPr>
              <a:t>docker</a:t>
            </a:r>
            <a:r>
              <a:rPr lang="es-ES" dirty="0">
                <a:latin typeface="Times New Roman"/>
                <a:cs typeface="Times New Roman"/>
              </a:rPr>
              <a:t> a partir de un </a:t>
            </a:r>
            <a:r>
              <a:rPr lang="es-ES" dirty="0" err="1">
                <a:latin typeface="Times New Roman"/>
                <a:cs typeface="Times New Roman"/>
              </a:rPr>
              <a:t>dockerfile</a:t>
            </a:r>
            <a:r>
              <a:rPr lang="es-ES" dirty="0">
                <a:latin typeface="Times New Roman"/>
                <a:cs typeface="Times New Roman"/>
              </a:rPr>
              <a:t> que encuentre en el directorio utilizado</a:t>
            </a:r>
          </a:p>
          <a:p>
            <a:pPr>
              <a:buClr>
                <a:srgbClr val="1287C3"/>
              </a:buClr>
            </a:pPr>
            <a:endParaRPr lang="es-ES" dirty="0"/>
          </a:p>
          <a:p>
            <a:pPr>
              <a:buClr>
                <a:srgbClr val="1287C3"/>
              </a:buClr>
            </a:pP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B57A20-0E40-C749-CD22-EB6ADA77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256600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606E0-1A63-2EBE-3095-07BE12AE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Instrucciones típicas del </a:t>
            </a:r>
            <a:r>
              <a:rPr lang="es-ES" err="1">
                <a:latin typeface="Times New Roman"/>
                <a:cs typeface="Times New Roman"/>
              </a:rPr>
              <a:t>Dockerfile</a:t>
            </a:r>
            <a:endParaRPr lang="es-ES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3A169F-869B-6057-157C-902679716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339164"/>
            <a:ext cx="10018713" cy="3544111"/>
          </a:xfrm>
        </p:spPr>
        <p:txBody>
          <a:bodyPr>
            <a:normAutofit lnSpcReduction="10000"/>
          </a:bodyPr>
          <a:lstStyle/>
          <a:p>
            <a:r>
              <a:rPr lang="es-ES">
                <a:latin typeface="Times New Roman"/>
                <a:cs typeface="Times New Roman"/>
              </a:rPr>
              <a:t>FROM: partir de una imagen preexistente</a:t>
            </a:r>
          </a:p>
          <a:p>
            <a:pPr>
              <a:buClr>
                <a:srgbClr val="1287C3"/>
              </a:buClr>
            </a:pPr>
            <a:r>
              <a:rPr lang="es-ES">
                <a:latin typeface="Times New Roman"/>
                <a:cs typeface="Times New Roman"/>
              </a:rPr>
              <a:t>WORKDIR: definir el directorio donde se encuentra el proceso a ejecutar</a:t>
            </a:r>
          </a:p>
          <a:p>
            <a:pPr>
              <a:buClr>
                <a:srgbClr val="1287C3"/>
              </a:buClr>
            </a:pPr>
            <a:r>
              <a:rPr lang="es-ES">
                <a:latin typeface="Times New Roman"/>
                <a:cs typeface="Times New Roman"/>
              </a:rPr>
              <a:t>COPY: copiar archivos del host en el contenedor</a:t>
            </a:r>
          </a:p>
          <a:p>
            <a:pPr>
              <a:buClr>
                <a:srgbClr val="1287C3"/>
              </a:buClr>
            </a:pPr>
            <a:r>
              <a:rPr lang="es-ES">
                <a:latin typeface="Times New Roman"/>
                <a:cs typeface="Times New Roman"/>
              </a:rPr>
              <a:t>RUN: correr comandos en el contenedor</a:t>
            </a:r>
          </a:p>
          <a:p>
            <a:pPr>
              <a:buClr>
                <a:srgbClr val="1287C3"/>
              </a:buClr>
            </a:pPr>
            <a:r>
              <a:rPr lang="es-ES">
                <a:latin typeface="Times New Roman"/>
                <a:cs typeface="Times New Roman"/>
              </a:rPr>
              <a:t>EXPOSE: indicar el puerto que se va a utilizar</a:t>
            </a:r>
          </a:p>
          <a:p>
            <a:pPr>
              <a:buClr>
                <a:srgbClr val="1287C3"/>
              </a:buClr>
            </a:pPr>
            <a:r>
              <a:rPr lang="es-ES">
                <a:latin typeface="Times New Roman"/>
                <a:cs typeface="Times New Roman"/>
              </a:rPr>
              <a:t>ENV: definir variables ambientales</a:t>
            </a:r>
          </a:p>
          <a:p>
            <a:pPr>
              <a:buClr>
                <a:srgbClr val="1287C3"/>
              </a:buClr>
            </a:pPr>
            <a:r>
              <a:rPr lang="es-ES">
                <a:latin typeface="Times New Roman"/>
                <a:cs typeface="Times New Roman"/>
              </a:rPr>
              <a:t>CMD: ejecutar instrucciones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3137B3-3FC1-0CCD-CEA0-F61F1348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3357920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39A37-4971-57F7-894E-6A48C959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6196"/>
            <a:ext cx="10018713" cy="1327826"/>
          </a:xfrm>
        </p:spPr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Otros comandos útiles y habituales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AA419-0EBB-EBEC-8B69-70E1D89BE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49648"/>
            <a:ext cx="10018713" cy="4341552"/>
          </a:xfrm>
        </p:spPr>
        <p:txBody>
          <a:bodyPr>
            <a:normAutofit/>
          </a:bodyPr>
          <a:lstStyle/>
          <a:p>
            <a:r>
              <a:rPr lang="es-ES" err="1">
                <a:latin typeface="Consolas"/>
                <a:cs typeface="Times New Roman"/>
              </a:rPr>
              <a:t>docker</a:t>
            </a:r>
            <a:r>
              <a:rPr lang="es-ES">
                <a:latin typeface="Consolas"/>
                <a:cs typeface="Times New Roman"/>
              </a:rPr>
              <a:t> </a:t>
            </a:r>
            <a:r>
              <a:rPr lang="es-ES" err="1">
                <a:latin typeface="Consolas"/>
                <a:cs typeface="Times New Roman"/>
              </a:rPr>
              <a:t>images</a:t>
            </a:r>
            <a:r>
              <a:rPr lang="es-ES">
                <a:latin typeface="Consolas"/>
                <a:cs typeface="Times New Roman"/>
              </a:rPr>
              <a:t>: </a:t>
            </a:r>
            <a:r>
              <a:rPr lang="es-ES">
                <a:latin typeface="Times New Roman"/>
                <a:cs typeface="Times New Roman"/>
              </a:rPr>
              <a:t>Muestra </a:t>
            </a:r>
            <a:r>
              <a:rPr lang="es-ES" b="1">
                <a:latin typeface="Times New Roman"/>
                <a:cs typeface="Times New Roman"/>
              </a:rPr>
              <a:t>todas las imágenes Docker</a:t>
            </a:r>
            <a:r>
              <a:rPr lang="es-ES">
                <a:latin typeface="Times New Roman"/>
                <a:cs typeface="Times New Roman"/>
              </a:rPr>
              <a:t> que tienes descargadas en tu máquina local. Incluye información como el nombre, la etiqueta (</a:t>
            </a:r>
            <a:r>
              <a:rPr lang="es-ES">
                <a:latin typeface="Consolas"/>
                <a:cs typeface="Times New Roman"/>
              </a:rPr>
              <a:t>tag</a:t>
            </a:r>
            <a:r>
              <a:rPr lang="es-ES">
                <a:latin typeface="Times New Roman"/>
                <a:cs typeface="Times New Roman"/>
              </a:rPr>
              <a:t>), el ID y el tamaño.</a:t>
            </a:r>
            <a:endParaRPr lang="en-US"/>
          </a:p>
          <a:p>
            <a:pPr>
              <a:buClr>
                <a:srgbClr val="1287C3"/>
              </a:buClr>
            </a:pPr>
            <a:endParaRPr lang="es-ES">
              <a:latin typeface="Times New Roman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s-ES" err="1">
                <a:latin typeface="Consolas"/>
                <a:cs typeface="Times New Roman"/>
              </a:rPr>
              <a:t>docker</a:t>
            </a:r>
            <a:r>
              <a:rPr lang="es-ES">
                <a:latin typeface="Consolas"/>
                <a:cs typeface="Times New Roman"/>
              </a:rPr>
              <a:t> </a:t>
            </a:r>
            <a:r>
              <a:rPr lang="es-ES" err="1">
                <a:latin typeface="Consolas"/>
                <a:cs typeface="Times New Roman"/>
              </a:rPr>
              <a:t>ps</a:t>
            </a:r>
            <a:r>
              <a:rPr lang="es-ES">
                <a:latin typeface="Consolas"/>
                <a:cs typeface="Times New Roman"/>
              </a:rPr>
              <a:t>: </a:t>
            </a:r>
            <a:r>
              <a:rPr lang="es-ES">
                <a:latin typeface="Times New Roman"/>
                <a:cs typeface="Times New Roman"/>
              </a:rPr>
              <a:t>Lista </a:t>
            </a:r>
            <a:r>
              <a:rPr lang="es-ES" b="1">
                <a:latin typeface="Times New Roman"/>
                <a:cs typeface="Times New Roman"/>
              </a:rPr>
              <a:t>los contenedores que están en ejecución</a:t>
            </a:r>
            <a:r>
              <a:rPr lang="es-ES">
                <a:latin typeface="Times New Roman"/>
                <a:cs typeface="Times New Roman"/>
              </a:rPr>
              <a:t> en ese momento (Útil para ver qué contenedores están activos)</a:t>
            </a:r>
            <a:endParaRPr lang="es-ES"/>
          </a:p>
          <a:p>
            <a:pPr>
              <a:buClr>
                <a:srgbClr val="1287C3"/>
              </a:buClr>
            </a:pPr>
            <a:endParaRPr lang="es-ES">
              <a:latin typeface="Times New Roman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s-ES" err="1">
                <a:latin typeface="Consolas"/>
                <a:cs typeface="Times New Roman"/>
              </a:rPr>
              <a:t>docker</a:t>
            </a:r>
            <a:r>
              <a:rPr lang="es-ES">
                <a:latin typeface="Consolas"/>
                <a:cs typeface="Times New Roman"/>
              </a:rPr>
              <a:t> </a:t>
            </a:r>
            <a:r>
              <a:rPr lang="es-ES" err="1">
                <a:latin typeface="Consolas"/>
                <a:cs typeface="Times New Roman"/>
              </a:rPr>
              <a:t>pull</a:t>
            </a:r>
            <a:r>
              <a:rPr lang="es-ES">
                <a:latin typeface="Consolas"/>
                <a:cs typeface="Times New Roman"/>
              </a:rPr>
              <a:t>: </a:t>
            </a:r>
            <a:r>
              <a:rPr lang="es-ES">
                <a:latin typeface="Times New Roman"/>
                <a:cs typeface="Times New Roman"/>
              </a:rPr>
              <a:t>Descarga una imagen desde un </a:t>
            </a:r>
            <a:r>
              <a:rPr lang="es-ES" b="1">
                <a:latin typeface="Times New Roman"/>
                <a:cs typeface="Times New Roman"/>
              </a:rPr>
              <a:t>registro remoto</a:t>
            </a:r>
            <a:r>
              <a:rPr lang="es-ES">
                <a:latin typeface="Times New Roman"/>
                <a:cs typeface="Times New Roman"/>
              </a:rPr>
              <a:t> (por defecto, Docker Hub). </a:t>
            </a:r>
            <a:r>
              <a:rPr lang="es-ES" err="1">
                <a:latin typeface="Times New Roman"/>
                <a:cs typeface="Times New Roman"/>
              </a:rPr>
              <a:t>Ej</a:t>
            </a:r>
            <a:r>
              <a:rPr lang="es-ES">
                <a:latin typeface="Times New Roman"/>
                <a:cs typeface="Times New Roman"/>
              </a:rPr>
              <a:t>: </a:t>
            </a:r>
            <a:r>
              <a:rPr lang="es-ES" err="1">
                <a:latin typeface="Consolas"/>
                <a:cs typeface="Times New Roman"/>
              </a:rPr>
              <a:t>docker</a:t>
            </a:r>
            <a:r>
              <a:rPr lang="es-ES">
                <a:latin typeface="Consolas"/>
                <a:cs typeface="Times New Roman"/>
              </a:rPr>
              <a:t> </a:t>
            </a:r>
            <a:r>
              <a:rPr lang="es-ES" err="1">
                <a:latin typeface="Consolas"/>
                <a:cs typeface="Times New Roman"/>
              </a:rPr>
              <a:t>pull</a:t>
            </a:r>
            <a:r>
              <a:rPr lang="es-ES">
                <a:latin typeface="Consolas"/>
                <a:cs typeface="Times New Roman"/>
              </a:rPr>
              <a:t> </a:t>
            </a:r>
            <a:r>
              <a:rPr lang="es-ES" err="1">
                <a:latin typeface="Consolas"/>
                <a:cs typeface="Times New Roman"/>
              </a:rPr>
              <a:t>nginx</a:t>
            </a:r>
          </a:p>
          <a:p>
            <a:pPr>
              <a:buClr>
                <a:srgbClr val="1287C3"/>
              </a:buClr>
            </a:pP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BA86E4-645D-84C5-832C-EE099EC1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4176846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9ACE7-1812-DD4D-4A51-5530A6B6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Comandos importantes (cont.)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BC1CD0-CF8C-972E-B243-23310B02F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err="1">
                <a:latin typeface="Consolas"/>
                <a:cs typeface="Times New Roman"/>
              </a:rPr>
              <a:t>docker</a:t>
            </a:r>
            <a:r>
              <a:rPr lang="es-ES">
                <a:latin typeface="Consolas"/>
                <a:cs typeface="Times New Roman"/>
              </a:rPr>
              <a:t> run: </a:t>
            </a:r>
            <a:r>
              <a:rPr lang="es-ES">
                <a:latin typeface="Times New Roman"/>
                <a:cs typeface="Times New Roman"/>
              </a:rPr>
              <a:t>Crea </a:t>
            </a:r>
            <a:r>
              <a:rPr lang="es-ES" b="1">
                <a:latin typeface="Times New Roman"/>
                <a:cs typeface="Times New Roman"/>
              </a:rPr>
              <a:t>y ejecuta un contenedor</a:t>
            </a:r>
            <a:r>
              <a:rPr lang="es-ES">
                <a:latin typeface="Times New Roman"/>
                <a:cs typeface="Times New Roman"/>
              </a:rPr>
              <a:t> a partir de una imagen. Si no existe localmente, </a:t>
            </a:r>
            <a:r>
              <a:rPr lang="es-ES" err="1">
                <a:latin typeface="Times New Roman"/>
                <a:cs typeface="Times New Roman"/>
              </a:rPr>
              <a:t>docker</a:t>
            </a:r>
            <a:r>
              <a:rPr lang="es-ES">
                <a:latin typeface="Times New Roman"/>
                <a:cs typeface="Times New Roman"/>
              </a:rPr>
              <a:t> lo descarga</a:t>
            </a:r>
          </a:p>
          <a:p>
            <a:pPr>
              <a:buClr>
                <a:srgbClr val="1287C3"/>
              </a:buClr>
            </a:pPr>
            <a:r>
              <a:rPr lang="es-ES" err="1">
                <a:latin typeface="Consolas"/>
                <a:cs typeface="Times New Roman"/>
              </a:rPr>
              <a:t>docker</a:t>
            </a:r>
            <a:r>
              <a:rPr lang="es-ES">
                <a:latin typeface="Consolas"/>
                <a:cs typeface="Times New Roman"/>
              </a:rPr>
              <a:t> stop: </a:t>
            </a:r>
            <a:r>
              <a:rPr lang="es-ES">
                <a:latin typeface="Times New Roman"/>
                <a:cs typeface="Times New Roman"/>
              </a:rPr>
              <a:t>Detiene </a:t>
            </a:r>
            <a:r>
              <a:rPr lang="es-ES" b="1">
                <a:latin typeface="Times New Roman"/>
                <a:cs typeface="Times New Roman"/>
              </a:rPr>
              <a:t>graciosamente (</a:t>
            </a:r>
            <a:r>
              <a:rPr lang="es-ES" b="1" err="1">
                <a:latin typeface="Times New Roman"/>
                <a:cs typeface="Times New Roman"/>
              </a:rPr>
              <a:t>gracefully</a:t>
            </a:r>
            <a:r>
              <a:rPr lang="es-ES" b="1">
                <a:latin typeface="Times New Roman"/>
                <a:cs typeface="Times New Roman"/>
              </a:rPr>
              <a:t>, i.e. de forma ordenada)</a:t>
            </a:r>
            <a:r>
              <a:rPr lang="es-ES">
                <a:latin typeface="Times New Roman"/>
                <a:cs typeface="Times New Roman"/>
              </a:rPr>
              <a:t> un contenedor en ejecución (envía una señal </a:t>
            </a:r>
            <a:r>
              <a:rPr lang="es-ES">
                <a:latin typeface="Consolas"/>
                <a:cs typeface="Times New Roman"/>
              </a:rPr>
              <a:t>SIGTERM</a:t>
            </a:r>
            <a:r>
              <a:rPr lang="es-ES">
                <a:latin typeface="Times New Roman"/>
                <a:cs typeface="Times New Roman"/>
              </a:rPr>
              <a:t>).</a:t>
            </a:r>
            <a:endParaRPr lang="es-ES"/>
          </a:p>
          <a:p>
            <a:pPr>
              <a:buClr>
                <a:srgbClr val="1287C3"/>
              </a:buClr>
            </a:pPr>
            <a:r>
              <a:rPr lang="es-ES" err="1">
                <a:latin typeface="Consolas"/>
                <a:cs typeface="Times New Roman"/>
              </a:rPr>
              <a:t>docker</a:t>
            </a:r>
            <a:r>
              <a:rPr lang="es-ES">
                <a:latin typeface="Consolas"/>
                <a:cs typeface="Times New Roman"/>
              </a:rPr>
              <a:t> </a:t>
            </a:r>
            <a:r>
              <a:rPr lang="es-ES" err="1">
                <a:latin typeface="Consolas"/>
                <a:cs typeface="Times New Roman"/>
              </a:rPr>
              <a:t>rm</a:t>
            </a:r>
            <a:r>
              <a:rPr lang="es-ES">
                <a:latin typeface="Consolas"/>
                <a:cs typeface="Times New Roman"/>
              </a:rPr>
              <a:t>: </a:t>
            </a:r>
            <a:r>
              <a:rPr lang="es-ES">
                <a:latin typeface="Times New Roman"/>
                <a:cs typeface="Times New Roman"/>
              </a:rPr>
              <a:t>Elimina </a:t>
            </a:r>
            <a:r>
              <a:rPr lang="es-ES" b="1">
                <a:latin typeface="Times New Roman"/>
                <a:cs typeface="Times New Roman"/>
              </a:rPr>
              <a:t>contenedores detenidos</a:t>
            </a:r>
            <a:r>
              <a:rPr lang="es-ES">
                <a:latin typeface="Times New Roman"/>
                <a:cs typeface="Times New Roman"/>
              </a:rPr>
              <a:t>.</a:t>
            </a:r>
            <a:endParaRPr lang="es-ES"/>
          </a:p>
          <a:p>
            <a:pPr>
              <a:buClr>
                <a:srgbClr val="1287C3"/>
              </a:buClr>
            </a:pPr>
            <a:r>
              <a:rPr lang="es-ES" err="1">
                <a:latin typeface="Consolas"/>
                <a:cs typeface="Times New Roman"/>
              </a:rPr>
              <a:t>docker</a:t>
            </a:r>
            <a:r>
              <a:rPr lang="es-ES">
                <a:latin typeface="Consolas"/>
                <a:cs typeface="Times New Roman"/>
              </a:rPr>
              <a:t> </a:t>
            </a:r>
            <a:r>
              <a:rPr lang="es-ES" err="1">
                <a:latin typeface="Consolas"/>
                <a:cs typeface="Times New Roman"/>
              </a:rPr>
              <a:t>rmi</a:t>
            </a:r>
            <a:r>
              <a:rPr lang="es-ES">
                <a:latin typeface="Consolas"/>
                <a:cs typeface="Times New Roman"/>
              </a:rPr>
              <a:t>: </a:t>
            </a:r>
            <a:r>
              <a:rPr lang="es-ES">
                <a:latin typeface="Times New Roman"/>
                <a:cs typeface="Times New Roman"/>
              </a:rPr>
              <a:t>Elimina </a:t>
            </a:r>
            <a:r>
              <a:rPr lang="es-ES" b="1">
                <a:latin typeface="Times New Roman"/>
                <a:cs typeface="Times New Roman"/>
              </a:rPr>
              <a:t>imágenes Docker</a:t>
            </a:r>
            <a:r>
              <a:rPr lang="es-ES">
                <a:latin typeface="Times New Roman"/>
                <a:cs typeface="Times New Roman"/>
              </a:rPr>
              <a:t> de tu sistema.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3BA273-CE43-E9BE-F6EC-FE0B6226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3624516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607F8-8319-6000-CF00-4AE17A19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609600"/>
            <a:ext cx="10018713" cy="1327826"/>
          </a:xfrm>
        </p:spPr>
        <p:txBody>
          <a:bodyPr/>
          <a:lstStyle/>
          <a:p>
            <a:r>
              <a:rPr lang="es-ES"/>
              <a:t>Cómo ejecutar contenedores simultáneamente: </a:t>
            </a:r>
            <a:r>
              <a:rPr lang="es-ES" err="1"/>
              <a:t>docker</a:t>
            </a:r>
            <a:r>
              <a:rPr lang="es-ES"/>
              <a:t> </a:t>
            </a:r>
            <a:r>
              <a:rPr lang="es-ES" err="1"/>
              <a:t>compose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81BCD7-923D-73CB-1F2C-95D907C8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Comando: </a:t>
            </a:r>
            <a:r>
              <a:rPr lang="es-ES" err="1"/>
              <a:t>docker</a:t>
            </a:r>
            <a:r>
              <a:rPr lang="es-ES"/>
              <a:t> </a:t>
            </a:r>
            <a:r>
              <a:rPr lang="es-ES" err="1"/>
              <a:t>compose</a:t>
            </a:r>
            <a:r>
              <a:rPr lang="es-ES"/>
              <a:t> up</a:t>
            </a:r>
          </a:p>
          <a:p>
            <a:endParaRPr lang="es-ES"/>
          </a:p>
          <a:p>
            <a:r>
              <a:rPr lang="es-ES"/>
              <a:t>Entonces </a:t>
            </a:r>
            <a:r>
              <a:rPr lang="es-ES" err="1"/>
              <a:t>docker</a:t>
            </a:r>
            <a:r>
              <a:rPr lang="es-ES"/>
              <a:t> buscará un archivo llamado “(</a:t>
            </a:r>
            <a:r>
              <a:rPr lang="es-ES" err="1"/>
              <a:t>docker</a:t>
            </a:r>
            <a:r>
              <a:rPr lang="es-ES"/>
              <a:t>-)</a:t>
            </a:r>
            <a:r>
              <a:rPr lang="es-ES" err="1"/>
              <a:t>compose.yaml</a:t>
            </a:r>
            <a:r>
              <a:rPr lang="es-ES"/>
              <a:t>”</a:t>
            </a:r>
          </a:p>
          <a:p>
            <a:endParaRPr lang="es-ES"/>
          </a:p>
          <a:p>
            <a:r>
              <a:rPr lang="es-ES"/>
              <a:t>Esto permite definir varias imágenes de forma simultánea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AEB523C-208F-BCE6-6D0C-690C8E91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88796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96B4F-BBF4-38AA-8340-2FF8FCFDD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Ejemplos habituales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42510E-E371-51B3-38E4-E17C4D71B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Ejecutar BBDD, </a:t>
            </a:r>
            <a:r>
              <a:rPr lang="es-ES" err="1"/>
              <a:t>frontend</a:t>
            </a:r>
            <a:r>
              <a:rPr lang="es-ES"/>
              <a:t> y </a:t>
            </a:r>
            <a:r>
              <a:rPr lang="es-ES" err="1"/>
              <a:t>backend</a:t>
            </a:r>
            <a:r>
              <a:rPr lang="es-ES"/>
              <a:t> por separado</a:t>
            </a:r>
          </a:p>
          <a:p>
            <a:endParaRPr lang="es-ES"/>
          </a:p>
          <a:p>
            <a:r>
              <a:rPr lang="es-ES"/>
              <a:t>Aplicaciones pesadas/complejas</a:t>
            </a:r>
          </a:p>
          <a:p>
            <a:endParaRPr lang="es-ES"/>
          </a:p>
          <a:p>
            <a:r>
              <a:rPr lang="es-ES"/>
              <a:t>Más granularidad/aislamiento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EBFF3F-460B-EF69-D7E5-F473CAB6A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1248282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33B2B-1BBD-012C-9E0F-B4298AE1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Ejemplos de </a:t>
            </a:r>
            <a:r>
              <a:rPr lang="es-ES" err="1"/>
              <a:t>compose.yaml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887E11-AF0E-89AA-6EA4-0D7F2790B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A74E334-D884-FCA0-D2A3-FEA005737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08" y="2013627"/>
            <a:ext cx="4072513" cy="34304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9E5F41B-9DBE-E1ED-67EE-B5F75242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381" y="2076840"/>
            <a:ext cx="4323853" cy="343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14987-4D97-A4C5-05B7-D6DA818E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Instrucciones habituales en </a:t>
            </a:r>
            <a:r>
              <a:rPr lang="es-ES" err="1">
                <a:latin typeface="Times New Roman"/>
                <a:cs typeface="Times New Roman"/>
              </a:rPr>
              <a:t>compose.yaml</a:t>
            </a:r>
            <a:endParaRPr lang="es-ES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C2A824-9932-3467-6D15-B2EF53352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>
                <a:latin typeface="Times New Roman"/>
                <a:cs typeface="Times New Roman"/>
              </a:rPr>
              <a:t>version</a:t>
            </a:r>
            <a:r>
              <a:rPr lang="es-ES">
                <a:latin typeface="Times New Roman"/>
                <a:cs typeface="Times New Roman"/>
              </a:rPr>
              <a:t>: versión del esquema de Docker </a:t>
            </a:r>
            <a:r>
              <a:rPr lang="es-ES" err="1">
                <a:latin typeface="Times New Roman"/>
                <a:cs typeface="Times New Roman"/>
              </a:rPr>
              <a:t>Compose</a:t>
            </a:r>
            <a:r>
              <a:rPr lang="es-ES">
                <a:latin typeface="Times New Roman"/>
                <a:cs typeface="Times New Roman"/>
              </a:rPr>
              <a:t> (en versiones modernas suele omitirse).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services</a:t>
            </a:r>
            <a:r>
              <a:rPr lang="es-ES">
                <a:latin typeface="Times New Roman"/>
                <a:cs typeface="Times New Roman"/>
              </a:rPr>
              <a:t>: define los contenedores (servicios) que componen la aplicación.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image</a:t>
            </a:r>
            <a:r>
              <a:rPr lang="es-ES">
                <a:latin typeface="Times New Roman"/>
                <a:cs typeface="Times New Roman"/>
              </a:rPr>
              <a:t>: imagen Docker que se usará para crear el contenedor.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build</a:t>
            </a:r>
            <a:r>
              <a:rPr lang="es-ES">
                <a:latin typeface="Times New Roman"/>
                <a:cs typeface="Times New Roman"/>
              </a:rPr>
              <a:t>: indica que la imagen se construye desde un </a:t>
            </a:r>
            <a:r>
              <a:rPr lang="es-ES" err="1">
                <a:latin typeface="Consolas"/>
                <a:cs typeface="Times New Roman"/>
              </a:rPr>
              <a:t>Dockerfile</a:t>
            </a:r>
            <a:r>
              <a:rPr lang="es-ES">
                <a:latin typeface="Times New Roman"/>
                <a:cs typeface="Times New Roman"/>
              </a:rPr>
              <a:t>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container_name</a:t>
            </a:r>
            <a:r>
              <a:rPr lang="es-ES">
                <a:latin typeface="Times New Roman"/>
                <a:cs typeface="Times New Roman"/>
              </a:rPr>
              <a:t>: nombre explícito del contenedor.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F78B31-AF43-3DE6-DE32-AE4E92F9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326033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FEEB6-1514-39CC-F003-EB5BDEF22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Instrucciones habituales (cont.)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6E0CF-44AD-CBEE-102D-E2DFA2CAE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>
                <a:latin typeface="Times New Roman"/>
                <a:cs typeface="Times New Roman"/>
              </a:rPr>
              <a:t>command</a:t>
            </a:r>
            <a:r>
              <a:rPr lang="es-ES">
                <a:latin typeface="Times New Roman"/>
                <a:cs typeface="Times New Roman"/>
              </a:rPr>
              <a:t>: comando que se ejecuta al arrancar el contenedor.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entrypoint</a:t>
            </a:r>
            <a:r>
              <a:rPr lang="es-ES">
                <a:latin typeface="Times New Roman"/>
                <a:cs typeface="Times New Roman"/>
              </a:rPr>
              <a:t>: sobrescribe el </a:t>
            </a:r>
            <a:r>
              <a:rPr lang="es-ES" err="1">
                <a:latin typeface="Times New Roman"/>
                <a:cs typeface="Times New Roman"/>
              </a:rPr>
              <a:t>entrypoint</a:t>
            </a:r>
            <a:r>
              <a:rPr lang="es-ES">
                <a:latin typeface="Times New Roman"/>
                <a:cs typeface="Times New Roman"/>
              </a:rPr>
              <a:t> definido en la imagen.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ports</a:t>
            </a:r>
            <a:r>
              <a:rPr lang="es-ES">
                <a:latin typeface="Times New Roman"/>
                <a:cs typeface="Times New Roman"/>
              </a:rPr>
              <a:t>: mapea puertos del host al contenedor (</a:t>
            </a:r>
            <a:r>
              <a:rPr lang="es-ES" err="1">
                <a:latin typeface="Consolas"/>
                <a:cs typeface="Times New Roman"/>
              </a:rPr>
              <a:t>host:contenedor</a:t>
            </a:r>
            <a:r>
              <a:rPr lang="es-ES">
                <a:latin typeface="Times New Roman"/>
                <a:cs typeface="Times New Roman"/>
              </a:rPr>
              <a:t>).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expose</a:t>
            </a:r>
            <a:r>
              <a:rPr lang="es-ES">
                <a:latin typeface="Times New Roman"/>
                <a:cs typeface="Times New Roman"/>
              </a:rPr>
              <a:t>: expone puertos solo a otros servicios del </a:t>
            </a:r>
            <a:r>
              <a:rPr lang="es-ES" err="1">
                <a:latin typeface="Times New Roman"/>
                <a:cs typeface="Times New Roman"/>
              </a:rPr>
              <a:t>compose</a:t>
            </a:r>
            <a:r>
              <a:rPr lang="es-ES">
                <a:latin typeface="Times New Roman"/>
                <a:cs typeface="Times New Roman"/>
              </a:rPr>
              <a:t>, no al host.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volumes</a:t>
            </a:r>
            <a:r>
              <a:rPr lang="es-ES">
                <a:latin typeface="Times New Roman"/>
                <a:cs typeface="Times New Roman"/>
              </a:rPr>
              <a:t>: monta volúmenes o carpetas del host dentro del contenedor.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environment</a:t>
            </a:r>
            <a:r>
              <a:rPr lang="es-ES">
                <a:latin typeface="Times New Roman"/>
                <a:cs typeface="Times New Roman"/>
              </a:rPr>
              <a:t>: define variables de entorno.</a:t>
            </a:r>
          </a:p>
          <a:p>
            <a:pPr>
              <a:buClr>
                <a:srgbClr val="1287C3"/>
              </a:buClr>
            </a:pP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584876-BBF1-C464-4232-4EF4D587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2842427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9D084-AE94-549E-F650-5FF6DFEC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Más instrucciones típicas ...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0888B9-1FF1-C53F-2C30-C6DE24654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>
                <a:latin typeface="Times New Roman"/>
                <a:cs typeface="Times New Roman"/>
              </a:rPr>
              <a:t>env_file</a:t>
            </a:r>
            <a:r>
              <a:rPr lang="es-ES">
                <a:latin typeface="Times New Roman"/>
                <a:cs typeface="Times New Roman"/>
              </a:rPr>
              <a:t>: carga variables de entorno desde un archivo </a:t>
            </a:r>
            <a:r>
              <a:rPr lang="es-ES">
                <a:latin typeface="Consolas"/>
                <a:cs typeface="Times New Roman"/>
              </a:rPr>
              <a:t>.</a:t>
            </a:r>
            <a:r>
              <a:rPr lang="es-ES" err="1">
                <a:latin typeface="Consolas"/>
                <a:cs typeface="Times New Roman"/>
              </a:rPr>
              <a:t>env</a:t>
            </a:r>
            <a:r>
              <a:rPr lang="es-ES">
                <a:latin typeface="Times New Roman"/>
                <a:cs typeface="Times New Roman"/>
              </a:rPr>
              <a:t>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depends_on</a:t>
            </a:r>
            <a:r>
              <a:rPr lang="es-ES">
                <a:latin typeface="Times New Roman"/>
                <a:cs typeface="Times New Roman"/>
              </a:rPr>
              <a:t>: indica dependencias entre servicios (orden de arranque).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networks</a:t>
            </a:r>
            <a:r>
              <a:rPr lang="es-ES">
                <a:latin typeface="Times New Roman"/>
                <a:cs typeface="Times New Roman"/>
              </a:rPr>
              <a:t>: redes a las que se conecta el servicio.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restart</a:t>
            </a:r>
            <a:r>
              <a:rPr lang="es-ES">
                <a:latin typeface="Times New Roman"/>
                <a:cs typeface="Times New Roman"/>
              </a:rPr>
              <a:t>: política de reinicio del contenedor (</a:t>
            </a:r>
            <a:r>
              <a:rPr lang="es-ES">
                <a:latin typeface="Consolas"/>
                <a:cs typeface="Times New Roman"/>
              </a:rPr>
              <a:t>no</a:t>
            </a:r>
            <a:r>
              <a:rPr lang="es-ES">
                <a:latin typeface="Times New Roman"/>
                <a:cs typeface="Times New Roman"/>
              </a:rPr>
              <a:t>, </a:t>
            </a:r>
            <a:r>
              <a:rPr lang="es-ES" err="1">
                <a:latin typeface="Consolas"/>
                <a:cs typeface="Times New Roman"/>
              </a:rPr>
              <a:t>always</a:t>
            </a:r>
            <a:r>
              <a:rPr lang="es-ES">
                <a:latin typeface="Times New Roman"/>
                <a:cs typeface="Times New Roman"/>
              </a:rPr>
              <a:t>, </a:t>
            </a:r>
            <a:r>
              <a:rPr lang="es-ES" err="1">
                <a:latin typeface="Consolas"/>
                <a:cs typeface="Times New Roman"/>
              </a:rPr>
              <a:t>on-failure</a:t>
            </a:r>
            <a:r>
              <a:rPr lang="es-ES">
                <a:latin typeface="Times New Roman"/>
                <a:cs typeface="Times New Roman"/>
              </a:rPr>
              <a:t>, </a:t>
            </a:r>
            <a:r>
              <a:rPr lang="es-ES" err="1">
                <a:latin typeface="Consolas"/>
                <a:cs typeface="Times New Roman"/>
              </a:rPr>
              <a:t>unless-stopped</a:t>
            </a:r>
            <a:r>
              <a:rPr lang="es-ES">
                <a:latin typeface="Times New Roman"/>
                <a:cs typeface="Times New Roman"/>
              </a:rPr>
              <a:t>).</a:t>
            </a:r>
          </a:p>
          <a:p>
            <a:pPr>
              <a:buClr>
                <a:srgbClr val="1287C3"/>
              </a:buClr>
            </a:pPr>
            <a:r>
              <a:rPr lang="es-ES" b="1" err="1">
                <a:latin typeface="Times New Roman"/>
                <a:cs typeface="Times New Roman"/>
              </a:rPr>
              <a:t>healthcheck</a:t>
            </a:r>
            <a:r>
              <a:rPr lang="es-ES">
                <a:latin typeface="Times New Roman"/>
                <a:cs typeface="Times New Roman"/>
              </a:rPr>
              <a:t>: define cómo comprobar si el contenedor está sano.</a:t>
            </a:r>
          </a:p>
          <a:p>
            <a:pPr>
              <a:buClr>
                <a:srgbClr val="1287C3"/>
              </a:buClr>
            </a:pP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6A747C-BD04-1416-87B7-8A563314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128860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20ED-6A34-B0B5-D170-F72B7112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Times New Roman"/>
                <a:cs typeface="Times New Roman"/>
              </a:rPr>
              <a:t>Documentación y guías oficiales de Docker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B0795D-4212-16C2-8B92-054C5CF93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latin typeface="Times New Roman"/>
                <a:cs typeface="Times New Roman"/>
              </a:rPr>
              <a:t>Docker </a:t>
            </a:r>
            <a:r>
              <a:rPr lang="es-ES" b="1" err="1">
                <a:latin typeface="Times New Roman"/>
                <a:cs typeface="Times New Roman"/>
              </a:rPr>
              <a:t>Docs</a:t>
            </a:r>
            <a:r>
              <a:rPr lang="es-ES">
                <a:latin typeface="Times New Roman"/>
                <a:cs typeface="Times New Roman"/>
              </a:rPr>
              <a:t>: documentación oficial, clara y muy completa (Docker, </a:t>
            </a:r>
            <a:r>
              <a:rPr lang="es-ES" err="1">
                <a:latin typeface="Times New Roman"/>
                <a:cs typeface="Times New Roman"/>
              </a:rPr>
              <a:t>Compose</a:t>
            </a:r>
            <a:r>
              <a:rPr lang="es-ES">
                <a:latin typeface="Times New Roman"/>
                <a:cs typeface="Times New Roman"/>
              </a:rPr>
              <a:t>, </a:t>
            </a:r>
            <a:r>
              <a:rPr lang="es-ES" err="1">
                <a:latin typeface="Times New Roman"/>
                <a:cs typeface="Times New Roman"/>
              </a:rPr>
              <a:t>Swarm</a:t>
            </a:r>
            <a:r>
              <a:rPr lang="es-ES">
                <a:latin typeface="Times New Roman"/>
                <a:cs typeface="Times New Roman"/>
              </a:rPr>
              <a:t>, </a:t>
            </a:r>
            <a:r>
              <a:rPr lang="es-ES" err="1">
                <a:latin typeface="Times New Roman"/>
                <a:cs typeface="Times New Roman"/>
              </a:rPr>
              <a:t>networking</a:t>
            </a:r>
            <a:r>
              <a:rPr lang="es-ES">
                <a:latin typeface="Times New Roman"/>
                <a:cs typeface="Times New Roman"/>
              </a:rPr>
              <a:t>, etc.)</a:t>
            </a:r>
            <a:endParaRPr lang="es-ES"/>
          </a:p>
          <a:p>
            <a:pPr>
              <a:buClr>
                <a:srgbClr val="1287C3"/>
              </a:buClr>
            </a:pPr>
            <a:endParaRPr lang="es-ES">
              <a:latin typeface="Times New Roman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s-ES" b="1">
                <a:latin typeface="Times New Roman"/>
                <a:cs typeface="Times New Roman"/>
              </a:rPr>
              <a:t>Docker Hub</a:t>
            </a:r>
            <a:r>
              <a:rPr lang="es-ES">
                <a:latin typeface="Times New Roman"/>
                <a:cs typeface="Times New Roman"/>
              </a:rPr>
              <a:t>: registro de imágenes Docker y documentación de cada imagen</a:t>
            </a:r>
            <a:endParaRPr lang="es-ES"/>
          </a:p>
          <a:p>
            <a:pPr>
              <a:buClr>
                <a:srgbClr val="1287C3"/>
              </a:buClr>
            </a:pPr>
            <a:endParaRPr lang="es-ES">
              <a:latin typeface="Times New Roman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s-ES" b="1">
                <a:latin typeface="Times New Roman"/>
                <a:cs typeface="Times New Roman"/>
              </a:rPr>
              <a:t>Docker Blog</a:t>
            </a:r>
            <a:r>
              <a:rPr lang="es-ES">
                <a:latin typeface="Times New Roman"/>
                <a:cs typeface="Times New Roman"/>
              </a:rPr>
              <a:t>: novedades, buenas prácticas y anuncios oficiales.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7AD504-D2E2-C66A-84BE-19AA00B9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Rodrigo Blanco Betes —Alfa Formación y Consultoría</a:t>
            </a:r>
          </a:p>
        </p:txBody>
      </p:sp>
    </p:spTree>
    <p:extLst>
      <p:ext uri="{BB962C8B-B14F-4D97-AF65-F5344CB8AC3E}">
        <p14:creationId xmlns:p14="http://schemas.microsoft.com/office/powerpoint/2010/main" val="50972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Application>Microsoft Office PowerPoint</Application>
  <PresentationFormat>Panorámica</PresentationFormat>
  <Slides>22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Parallax</vt:lpstr>
      <vt:lpstr>Introducción a Docker</vt:lpstr>
      <vt:lpstr>Motivación de Docker</vt:lpstr>
      <vt:lpstr>Ideas básicas de los contenedores Docker</vt:lpstr>
      <vt:lpstr>Imagen-&gt; diseño del contenedor Kubernetes-&gt; gestor del puerto</vt:lpstr>
      <vt:lpstr>Contexto histórico: evolución de la virtualización</vt:lpstr>
      <vt:lpstr>Las bases tecnológicas de Docker</vt:lpstr>
      <vt:lpstr>cgroups // union mount filesystems</vt:lpstr>
      <vt:lpstr>Arquitectura Docker</vt:lpstr>
      <vt:lpstr>Paso previo en Windows: activar WSL2</vt:lpstr>
      <vt:lpstr>DockerHub: el repositorio de imágenes de Docker</vt:lpstr>
      <vt:lpstr>Volumes y BBDDs</vt:lpstr>
      <vt:lpstr>La receta del contenedor: el Dockerfile</vt:lpstr>
      <vt:lpstr>Instrucciones típicas del Dockerfile</vt:lpstr>
      <vt:lpstr>Otros comandos útiles y habituales</vt:lpstr>
      <vt:lpstr>Comandos importantes (cont.)</vt:lpstr>
      <vt:lpstr>Cómo ejecutar contenedores simultáneamente: docker compose</vt:lpstr>
      <vt:lpstr>Ejemplos habituales</vt:lpstr>
      <vt:lpstr>Ejemplos de compose.yaml</vt:lpstr>
      <vt:lpstr>Instrucciones habituales en compose.yaml</vt:lpstr>
      <vt:lpstr>Instrucciones habituales (cont.)</vt:lpstr>
      <vt:lpstr>Más instrucciones típicas ...</vt:lpstr>
      <vt:lpstr>Documentación y guías oficiales de Docker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Docker-Kubernetes</dc:title>
  <dc:creator>Rodrigo Blanco Betes</dc:creator>
  <cp:revision>17</cp:revision>
  <dcterms:created xsi:type="dcterms:W3CDTF">2025-12-18T13:34:23Z</dcterms:created>
  <dcterms:modified xsi:type="dcterms:W3CDTF">2026-01-26T20:36:36Z</dcterms:modified>
</cp:coreProperties>
</file>